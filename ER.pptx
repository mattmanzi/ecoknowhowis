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270A858-1289-4601-9D11-06CE816BB1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57602BD-6FE3-446D-A366-530BD7250C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991CFD8-AC93-4AA4-9BE2-2C934B653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0B88C-E182-4197-912C-B8EA12A158EE}" type="datetimeFigureOut">
              <a:rPr lang="it-IT" smtClean="0"/>
              <a:t>04/02/2021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1A0E872-C4D5-48AD-9CC4-9178FCB3A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09C617B-412C-49B1-BE17-67B7D157A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ECA3C-2244-4EDD-8196-AC358B64F26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6155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1959E6-AA55-46CC-A502-8BD9F4086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0128AEA-4B7E-41DF-95AD-330D3579D5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1FC12BA-E7CA-480F-9DC6-F840C985A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0B88C-E182-4197-912C-B8EA12A158EE}" type="datetimeFigureOut">
              <a:rPr lang="it-IT" smtClean="0"/>
              <a:t>04/02/2021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8D61C7E-72AD-4E42-ABEA-4C117583B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1340792-9E66-4979-90B1-7CD93338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ECA3C-2244-4EDD-8196-AC358B64F26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648718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CA9789-FE85-4D60-B544-465786E72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7AF9879-3623-4162-81E3-1547D187E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17EA556-BC6A-4A36-AA71-58BDA8FF7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0B88C-E182-4197-912C-B8EA12A158EE}" type="datetimeFigureOut">
              <a:rPr lang="it-IT" smtClean="0"/>
              <a:t>04/02/2021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D53F312-1082-4E06-9417-6600319C8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7B09ADB-F152-45C0-B118-94616AA88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ECA3C-2244-4EDD-8196-AC358B64F26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99925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6C9FEE-A64B-4FB0-B1DC-9ECDDC5FA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5CD8921-D9AF-4B53-B37E-9AB62C1565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D4126BC-BC2A-4150-A4A8-7634584AB2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574BD9B-0B71-46AE-A620-5680031E7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0B88C-E182-4197-912C-B8EA12A158EE}" type="datetimeFigureOut">
              <a:rPr lang="it-IT" smtClean="0"/>
              <a:t>04/02/2021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A58DE17-2191-4E14-96C1-E64A95FA9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8104C0A-5180-458A-815C-F50BAED7D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ECA3C-2244-4EDD-8196-AC358B64F26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57574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3C5965A-7483-402B-9A99-D3B0D6167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3FC6318-37E2-493F-B675-93700351C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AF4F0AC-1A9E-44D1-AAE8-444BC7990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FDA07908-EB5C-4F64-8354-AD2722296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4C501C76-4F01-4701-8152-C9F10C5136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EA457571-3F2A-4A65-974F-13D09B57A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0B88C-E182-4197-912C-B8EA12A158EE}" type="datetimeFigureOut">
              <a:rPr lang="it-IT" smtClean="0"/>
              <a:t>04/02/2021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8A3C57ED-45C2-4C4C-A4D8-FA5BE5429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9FC26B23-AB3C-405F-90F5-D07F53F82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ECA3C-2244-4EDD-8196-AC358B64F26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00877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9E7A7AC-03D7-4C9B-A852-138955652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36C2165F-33D7-409F-8B91-ECAC25AE6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0B88C-E182-4197-912C-B8EA12A158EE}" type="datetimeFigureOut">
              <a:rPr lang="it-IT" smtClean="0"/>
              <a:t>04/02/2021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C4F96B2C-19C7-4BA6-86F7-10AB7002F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81B312E2-C0CD-4B49-9A60-633A555C9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ECA3C-2244-4EDD-8196-AC358B64F26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43761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0680FDD-9293-43B6-B381-AF5E1CA29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0B88C-E182-4197-912C-B8EA12A158EE}" type="datetimeFigureOut">
              <a:rPr lang="it-IT" smtClean="0"/>
              <a:t>04/02/2021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235457C0-49CF-4580-BE2F-71F7211D2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7FBD937-7B99-4801-9EDA-BFABADF53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ECA3C-2244-4EDD-8196-AC358B64F26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331665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3A6EE0A-6010-4BB6-A7CD-5B12A20C7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60AC356-1BDB-425E-AC99-5C5B231F7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CDE925B-D67E-44D3-B903-2DB023A652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A09DFDC-75E0-4E32-9AD4-E423660A4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0B88C-E182-4197-912C-B8EA12A158EE}" type="datetimeFigureOut">
              <a:rPr lang="it-IT" smtClean="0"/>
              <a:t>04/02/2021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C5E6C19-000A-4343-AFA5-B7F7965BC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A117BDC-94C2-4411-AAE3-0BF63FD71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ECA3C-2244-4EDD-8196-AC358B64F26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07171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8A2DD0-1771-496B-8C27-E1EF4AC0F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B943AD2-99AF-4C55-B88C-F6700D0DCA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FC0CFD7-7640-42C9-8296-4C8F69F092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AA5B99B5-B54E-4A1F-B2E0-A8B817A8B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0B88C-E182-4197-912C-B8EA12A158EE}" type="datetimeFigureOut">
              <a:rPr lang="it-IT" smtClean="0"/>
              <a:t>04/02/2021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FD0582F-BE02-4ED3-B8A9-2595169FA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AFD803B-BB6C-4832-B244-F20604EE5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ECA3C-2244-4EDD-8196-AC358B64F26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768109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F42C745-FB4A-40DD-A9C6-556860A4F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27A72B0-0191-4FDC-B479-3276417C5F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5C98928-77CF-4088-973E-2CFE179C2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0B88C-E182-4197-912C-B8EA12A158EE}" type="datetimeFigureOut">
              <a:rPr lang="it-IT" smtClean="0"/>
              <a:t>04/02/2021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1AD9133-120E-445D-BBB8-0CD5FD80A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3822C4B-E217-4D49-87D7-1C8BBFEC7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ECA3C-2244-4EDD-8196-AC358B64F26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90406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BD2AE40A-E42C-4BE5-9512-82FE558B44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863E32C0-1497-4413-BAE7-F4009F129A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98EB77B-839D-4A57-B245-D4C365F4B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0B88C-E182-4197-912C-B8EA12A158EE}" type="datetimeFigureOut">
              <a:rPr lang="it-IT" smtClean="0"/>
              <a:t>04/02/2021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5940417-493A-4AA6-8104-6BD18CB6A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0D93A6B-0840-4B4D-A4FE-956C75E3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ECA3C-2244-4EDD-8196-AC358B64F26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18205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0135ADE5-F653-4E12-9883-DAC2BECA7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DAA9A09-B6F2-4D65-93B5-096FBCE653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015474E-ABE0-444D-9E12-D5D9821043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20B88C-E182-4197-912C-B8EA12A158EE}" type="datetimeFigureOut">
              <a:rPr lang="it-IT" smtClean="0"/>
              <a:t>04/02/2021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BAD7E1A-6B53-44A4-ACA4-C5A47F1744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55291AC-027A-440B-B918-A8CBE48659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6ECA3C-2244-4EDD-8196-AC358B64F26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293702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4E186080-0822-4F56-BFE5-04643B067B9E}"/>
              </a:ext>
            </a:extLst>
          </p:cNvPr>
          <p:cNvSpPr/>
          <p:nvPr/>
        </p:nvSpPr>
        <p:spPr>
          <a:xfrm>
            <a:off x="5307492" y="2988450"/>
            <a:ext cx="1328199" cy="660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Piano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C80F82E1-E8C2-4A4E-A584-D161B6BB4EBD}"/>
              </a:ext>
            </a:extLst>
          </p:cNvPr>
          <p:cNvSpPr/>
          <p:nvPr/>
        </p:nvSpPr>
        <p:spPr>
          <a:xfrm>
            <a:off x="5307492" y="1037024"/>
            <a:ext cx="1328199" cy="660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Pacchetto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B35EC98A-3EBE-46A9-B338-B7EA9B7DDB97}"/>
              </a:ext>
            </a:extLst>
          </p:cNvPr>
          <p:cNvSpPr/>
          <p:nvPr/>
        </p:nvSpPr>
        <p:spPr>
          <a:xfrm>
            <a:off x="6625930" y="211123"/>
            <a:ext cx="1328199" cy="5988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Standard</a:t>
            </a:r>
          </a:p>
        </p:txBody>
      </p:sp>
      <p:sp>
        <p:nvSpPr>
          <p:cNvPr id="6" name="Decisione 5">
            <a:extLst>
              <a:ext uri="{FF2B5EF4-FFF2-40B4-BE49-F238E27FC236}">
                <a16:creationId xmlns:a16="http://schemas.microsoft.com/office/drawing/2014/main" id="{BDAF9BC2-FA18-4723-A835-11A62F794118}"/>
              </a:ext>
            </a:extLst>
          </p:cNvPr>
          <p:cNvSpPr/>
          <p:nvPr/>
        </p:nvSpPr>
        <p:spPr>
          <a:xfrm>
            <a:off x="5073969" y="2012737"/>
            <a:ext cx="1795243" cy="660761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dirty="0"/>
              <a:t>Comprende</a:t>
            </a:r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B737DF41-57A0-47A4-A5EF-09B7194D8EF5}"/>
              </a:ext>
            </a:extLst>
          </p:cNvPr>
          <p:cNvSpPr/>
          <p:nvPr/>
        </p:nvSpPr>
        <p:spPr>
          <a:xfrm>
            <a:off x="3937346" y="211124"/>
            <a:ext cx="1328199" cy="5988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Analitico</a:t>
            </a:r>
          </a:p>
        </p:txBody>
      </p:sp>
      <p:cxnSp>
        <p:nvCxnSpPr>
          <p:cNvPr id="11" name="Connettore a gomito 10">
            <a:extLst>
              <a:ext uri="{FF2B5EF4-FFF2-40B4-BE49-F238E27FC236}">
                <a16:creationId xmlns:a16="http://schemas.microsoft.com/office/drawing/2014/main" id="{1BA34967-3838-412F-A681-9FAE0871B7A1}"/>
              </a:ext>
            </a:extLst>
          </p:cNvPr>
          <p:cNvCxnSpPr>
            <a:stCxn id="19" idx="3"/>
            <a:endCxn id="3" idx="0"/>
          </p:cNvCxnSpPr>
          <p:nvPr/>
        </p:nvCxnSpPr>
        <p:spPr>
          <a:xfrm>
            <a:off x="5265545" y="510538"/>
            <a:ext cx="706047" cy="5264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a gomito 15">
            <a:extLst>
              <a:ext uri="{FF2B5EF4-FFF2-40B4-BE49-F238E27FC236}">
                <a16:creationId xmlns:a16="http://schemas.microsoft.com/office/drawing/2014/main" id="{901B3EF3-E78D-43E3-BF50-EEF3F252619D}"/>
              </a:ext>
            </a:extLst>
          </p:cNvPr>
          <p:cNvCxnSpPr>
            <a:stCxn id="4" idx="1"/>
            <a:endCxn id="3" idx="0"/>
          </p:cNvCxnSpPr>
          <p:nvPr/>
        </p:nvCxnSpPr>
        <p:spPr>
          <a:xfrm rot="10800000" flipV="1">
            <a:off x="5971592" y="510536"/>
            <a:ext cx="654338" cy="52648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0C79696A-14CA-4722-B89A-CCA1D786854D}"/>
              </a:ext>
            </a:extLst>
          </p:cNvPr>
          <p:cNvCxnSpPr>
            <a:stCxn id="3" idx="2"/>
            <a:endCxn id="6" idx="0"/>
          </p:cNvCxnSpPr>
          <p:nvPr/>
        </p:nvCxnSpPr>
        <p:spPr>
          <a:xfrm flipH="1">
            <a:off x="5971591" y="1697785"/>
            <a:ext cx="1" cy="3149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ttore diritto 20">
            <a:extLst>
              <a:ext uri="{FF2B5EF4-FFF2-40B4-BE49-F238E27FC236}">
                <a16:creationId xmlns:a16="http://schemas.microsoft.com/office/drawing/2014/main" id="{98F19B76-7965-4C3E-A9B6-ECE9DD1E7ECC}"/>
              </a:ext>
            </a:extLst>
          </p:cNvPr>
          <p:cNvCxnSpPr>
            <a:stCxn id="6" idx="2"/>
            <a:endCxn id="2" idx="0"/>
          </p:cNvCxnSpPr>
          <p:nvPr/>
        </p:nvCxnSpPr>
        <p:spPr>
          <a:xfrm>
            <a:off x="5971591" y="2673498"/>
            <a:ext cx="1" cy="3149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ttangolo 21">
            <a:extLst>
              <a:ext uri="{FF2B5EF4-FFF2-40B4-BE49-F238E27FC236}">
                <a16:creationId xmlns:a16="http://schemas.microsoft.com/office/drawing/2014/main" id="{33506AAF-DF19-4F10-8537-C4012630A5C2}"/>
              </a:ext>
            </a:extLst>
          </p:cNvPr>
          <p:cNvSpPr/>
          <p:nvPr/>
        </p:nvSpPr>
        <p:spPr>
          <a:xfrm>
            <a:off x="8724551" y="1067989"/>
            <a:ext cx="1328200" cy="5988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parametri</a:t>
            </a:r>
          </a:p>
        </p:txBody>
      </p:sp>
      <p:sp>
        <p:nvSpPr>
          <p:cNvPr id="23" name="Decisione 22">
            <a:extLst>
              <a:ext uri="{FF2B5EF4-FFF2-40B4-BE49-F238E27FC236}">
                <a16:creationId xmlns:a16="http://schemas.microsoft.com/office/drawing/2014/main" id="{30671357-8BEA-4423-8C1F-ED433A434EA4}"/>
              </a:ext>
            </a:extLst>
          </p:cNvPr>
          <p:cNvSpPr/>
          <p:nvPr/>
        </p:nvSpPr>
        <p:spPr>
          <a:xfrm>
            <a:off x="6915351" y="1037023"/>
            <a:ext cx="1544946" cy="660761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dirty="0"/>
              <a:t>Composto da</a:t>
            </a:r>
          </a:p>
        </p:txBody>
      </p:sp>
      <p:cxnSp>
        <p:nvCxnSpPr>
          <p:cNvPr id="25" name="Connettore diritto 24">
            <a:extLst>
              <a:ext uri="{FF2B5EF4-FFF2-40B4-BE49-F238E27FC236}">
                <a16:creationId xmlns:a16="http://schemas.microsoft.com/office/drawing/2014/main" id="{6A7BDDF6-4125-439A-AB3F-6C418BB69ABB}"/>
              </a:ext>
            </a:extLst>
          </p:cNvPr>
          <p:cNvCxnSpPr>
            <a:stCxn id="3" idx="3"/>
            <a:endCxn id="23" idx="1"/>
          </p:cNvCxnSpPr>
          <p:nvPr/>
        </p:nvCxnSpPr>
        <p:spPr>
          <a:xfrm flipV="1">
            <a:off x="6635691" y="1367404"/>
            <a:ext cx="279660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8E470933-D3E3-491A-9481-C56544BCCE60}"/>
              </a:ext>
            </a:extLst>
          </p:cNvPr>
          <p:cNvCxnSpPr>
            <a:stCxn id="23" idx="3"/>
            <a:endCxn id="22" idx="1"/>
          </p:cNvCxnSpPr>
          <p:nvPr/>
        </p:nvCxnSpPr>
        <p:spPr>
          <a:xfrm flipV="1">
            <a:off x="8460297" y="1367403"/>
            <a:ext cx="264254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Decisione 34">
            <a:extLst>
              <a:ext uri="{FF2B5EF4-FFF2-40B4-BE49-F238E27FC236}">
                <a16:creationId xmlns:a16="http://schemas.microsoft.com/office/drawing/2014/main" id="{E7883CE2-7D80-4D49-81FE-C31ECA5FDBE7}"/>
              </a:ext>
            </a:extLst>
          </p:cNvPr>
          <p:cNvSpPr/>
          <p:nvPr/>
        </p:nvSpPr>
        <p:spPr>
          <a:xfrm>
            <a:off x="8637838" y="2012737"/>
            <a:ext cx="1501623" cy="660761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000" dirty="0"/>
              <a:t>Contenuto</a:t>
            </a:r>
          </a:p>
        </p:txBody>
      </p:sp>
      <p:sp>
        <p:nvSpPr>
          <p:cNvPr id="36" name="Rettangolo 35">
            <a:extLst>
              <a:ext uri="{FF2B5EF4-FFF2-40B4-BE49-F238E27FC236}">
                <a16:creationId xmlns:a16="http://schemas.microsoft.com/office/drawing/2014/main" id="{0EBDA5D6-E903-437C-AE81-630E0DD32349}"/>
              </a:ext>
            </a:extLst>
          </p:cNvPr>
          <p:cNvSpPr/>
          <p:nvPr/>
        </p:nvSpPr>
        <p:spPr>
          <a:xfrm>
            <a:off x="8724552" y="2934907"/>
            <a:ext cx="1328199" cy="660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Matrice</a:t>
            </a:r>
          </a:p>
        </p:txBody>
      </p:sp>
      <p:cxnSp>
        <p:nvCxnSpPr>
          <p:cNvPr id="38" name="Connettore diritto 37">
            <a:extLst>
              <a:ext uri="{FF2B5EF4-FFF2-40B4-BE49-F238E27FC236}">
                <a16:creationId xmlns:a16="http://schemas.microsoft.com/office/drawing/2014/main" id="{5775F467-1C48-4D8C-92CD-1C138C7F7FC3}"/>
              </a:ext>
            </a:extLst>
          </p:cNvPr>
          <p:cNvCxnSpPr>
            <a:stCxn id="22" idx="2"/>
            <a:endCxn id="35" idx="0"/>
          </p:cNvCxnSpPr>
          <p:nvPr/>
        </p:nvCxnSpPr>
        <p:spPr>
          <a:xfrm flipH="1">
            <a:off x="9388650" y="1666816"/>
            <a:ext cx="1" cy="3459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ttore diritto 39">
            <a:extLst>
              <a:ext uri="{FF2B5EF4-FFF2-40B4-BE49-F238E27FC236}">
                <a16:creationId xmlns:a16="http://schemas.microsoft.com/office/drawing/2014/main" id="{B9E4A16D-E8CE-4507-B51B-74B4D8E1B22E}"/>
              </a:ext>
            </a:extLst>
          </p:cNvPr>
          <p:cNvCxnSpPr>
            <a:stCxn id="36" idx="0"/>
            <a:endCxn id="35" idx="2"/>
          </p:cNvCxnSpPr>
          <p:nvPr/>
        </p:nvCxnSpPr>
        <p:spPr>
          <a:xfrm flipH="1" flipV="1">
            <a:off x="9388650" y="2673498"/>
            <a:ext cx="2" cy="2614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Decisione 41">
            <a:extLst>
              <a:ext uri="{FF2B5EF4-FFF2-40B4-BE49-F238E27FC236}">
                <a16:creationId xmlns:a16="http://schemas.microsoft.com/office/drawing/2014/main" id="{52EFEA4D-668A-4E91-BD39-0B4CFF390323}"/>
              </a:ext>
            </a:extLst>
          </p:cNvPr>
          <p:cNvSpPr/>
          <p:nvPr/>
        </p:nvSpPr>
        <p:spPr>
          <a:xfrm>
            <a:off x="2818286" y="2389622"/>
            <a:ext cx="1499394" cy="598828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Crea</a:t>
            </a:r>
          </a:p>
        </p:txBody>
      </p:sp>
      <p:cxnSp>
        <p:nvCxnSpPr>
          <p:cNvPr id="44" name="Connettore diritto 43">
            <a:extLst>
              <a:ext uri="{FF2B5EF4-FFF2-40B4-BE49-F238E27FC236}">
                <a16:creationId xmlns:a16="http://schemas.microsoft.com/office/drawing/2014/main" id="{F0DACDBB-79FC-4540-81BC-4A7BA9F3F9B6}"/>
              </a:ext>
            </a:extLst>
          </p:cNvPr>
          <p:cNvCxnSpPr>
            <a:stCxn id="42" idx="3"/>
            <a:endCxn id="2" idx="1"/>
          </p:cNvCxnSpPr>
          <p:nvPr/>
        </p:nvCxnSpPr>
        <p:spPr>
          <a:xfrm>
            <a:off x="4317680" y="2689036"/>
            <a:ext cx="989812" cy="629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ttangolo 44">
            <a:extLst>
              <a:ext uri="{FF2B5EF4-FFF2-40B4-BE49-F238E27FC236}">
                <a16:creationId xmlns:a16="http://schemas.microsoft.com/office/drawing/2014/main" id="{ECF47FA8-A633-46D8-81F7-40A69A741B8F}"/>
              </a:ext>
            </a:extLst>
          </p:cNvPr>
          <p:cNvSpPr/>
          <p:nvPr/>
        </p:nvSpPr>
        <p:spPr>
          <a:xfrm>
            <a:off x="522663" y="2358655"/>
            <a:ext cx="1210922" cy="660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Cliente</a:t>
            </a:r>
          </a:p>
        </p:txBody>
      </p:sp>
      <p:cxnSp>
        <p:nvCxnSpPr>
          <p:cNvPr id="47" name="Connettore diritto 46">
            <a:extLst>
              <a:ext uri="{FF2B5EF4-FFF2-40B4-BE49-F238E27FC236}">
                <a16:creationId xmlns:a16="http://schemas.microsoft.com/office/drawing/2014/main" id="{BADA4D64-2E84-46BA-B195-FEE43C883212}"/>
              </a:ext>
            </a:extLst>
          </p:cNvPr>
          <p:cNvCxnSpPr>
            <a:cxnSpLocks/>
            <a:stCxn id="45" idx="3"/>
            <a:endCxn id="42" idx="1"/>
          </p:cNvCxnSpPr>
          <p:nvPr/>
        </p:nvCxnSpPr>
        <p:spPr>
          <a:xfrm>
            <a:off x="1733585" y="2689036"/>
            <a:ext cx="108470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ttangolo 48">
            <a:extLst>
              <a:ext uri="{FF2B5EF4-FFF2-40B4-BE49-F238E27FC236}">
                <a16:creationId xmlns:a16="http://schemas.microsoft.com/office/drawing/2014/main" id="{5D53F661-5B08-4EB4-BC0C-A13AC5CDE21E}"/>
              </a:ext>
            </a:extLst>
          </p:cNvPr>
          <p:cNvSpPr/>
          <p:nvPr/>
        </p:nvSpPr>
        <p:spPr>
          <a:xfrm>
            <a:off x="446070" y="3985244"/>
            <a:ext cx="1677798" cy="8137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Amministratore</a:t>
            </a:r>
          </a:p>
        </p:txBody>
      </p:sp>
      <p:sp>
        <p:nvSpPr>
          <p:cNvPr id="55" name="Decisione 54">
            <a:extLst>
              <a:ext uri="{FF2B5EF4-FFF2-40B4-BE49-F238E27FC236}">
                <a16:creationId xmlns:a16="http://schemas.microsoft.com/office/drawing/2014/main" id="{42576319-D05B-49CB-A202-E9319ACC3460}"/>
              </a:ext>
            </a:extLst>
          </p:cNvPr>
          <p:cNvSpPr/>
          <p:nvPr/>
        </p:nvSpPr>
        <p:spPr>
          <a:xfrm>
            <a:off x="2818286" y="4092696"/>
            <a:ext cx="1499394" cy="598828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dirty="0"/>
              <a:t>Convalida</a:t>
            </a:r>
          </a:p>
        </p:txBody>
      </p:sp>
      <p:cxnSp>
        <p:nvCxnSpPr>
          <p:cNvPr id="52" name="Connettore diritto 51">
            <a:extLst>
              <a:ext uri="{FF2B5EF4-FFF2-40B4-BE49-F238E27FC236}">
                <a16:creationId xmlns:a16="http://schemas.microsoft.com/office/drawing/2014/main" id="{E7783870-CA98-4B96-A4AF-1A96401CE1D8}"/>
              </a:ext>
            </a:extLst>
          </p:cNvPr>
          <p:cNvCxnSpPr>
            <a:cxnSpLocks/>
            <a:stCxn id="55" idx="3"/>
            <a:endCxn id="2" idx="1"/>
          </p:cNvCxnSpPr>
          <p:nvPr/>
        </p:nvCxnSpPr>
        <p:spPr>
          <a:xfrm flipV="1">
            <a:off x="4317680" y="3318831"/>
            <a:ext cx="989812" cy="107327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ttore diritto 55">
            <a:extLst>
              <a:ext uri="{FF2B5EF4-FFF2-40B4-BE49-F238E27FC236}">
                <a16:creationId xmlns:a16="http://schemas.microsoft.com/office/drawing/2014/main" id="{A810D5C5-3207-44A1-B829-FB0764DD626C}"/>
              </a:ext>
            </a:extLst>
          </p:cNvPr>
          <p:cNvCxnSpPr>
            <a:stCxn id="55" idx="1"/>
            <a:endCxn id="49" idx="3"/>
          </p:cNvCxnSpPr>
          <p:nvPr/>
        </p:nvCxnSpPr>
        <p:spPr>
          <a:xfrm flipH="1">
            <a:off x="2123868" y="4392110"/>
            <a:ext cx="69441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CasellaDiTesto 63">
            <a:extLst>
              <a:ext uri="{FF2B5EF4-FFF2-40B4-BE49-F238E27FC236}">
                <a16:creationId xmlns:a16="http://schemas.microsoft.com/office/drawing/2014/main" id="{887F59D2-6042-49B6-9D26-3675BCD40E2F}"/>
              </a:ext>
            </a:extLst>
          </p:cNvPr>
          <p:cNvSpPr txBox="1"/>
          <p:nvPr/>
        </p:nvSpPr>
        <p:spPr>
          <a:xfrm>
            <a:off x="1772153" y="2460709"/>
            <a:ext cx="5607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1,N</a:t>
            </a:r>
          </a:p>
        </p:txBody>
      </p: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77A280C0-F7B3-4BAA-A6EB-1A54B7A514EF}"/>
              </a:ext>
            </a:extLst>
          </p:cNvPr>
          <p:cNvSpPr txBox="1"/>
          <p:nvPr/>
        </p:nvSpPr>
        <p:spPr>
          <a:xfrm rot="2014484">
            <a:off x="4864248" y="2933588"/>
            <a:ext cx="5607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1,N</a:t>
            </a:r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71620682-394A-4B76-B39F-3FB579057421}"/>
              </a:ext>
            </a:extLst>
          </p:cNvPr>
          <p:cNvSpPr txBox="1"/>
          <p:nvPr/>
        </p:nvSpPr>
        <p:spPr>
          <a:xfrm>
            <a:off x="5954958" y="2680673"/>
            <a:ext cx="5607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1,?</a:t>
            </a:r>
          </a:p>
        </p:txBody>
      </p:sp>
      <p:sp>
        <p:nvSpPr>
          <p:cNvPr id="69" name="CasellaDiTesto 68">
            <a:extLst>
              <a:ext uri="{FF2B5EF4-FFF2-40B4-BE49-F238E27FC236}">
                <a16:creationId xmlns:a16="http://schemas.microsoft.com/office/drawing/2014/main" id="{2537640A-DA26-4494-87D6-E01B3BAFC7A1}"/>
              </a:ext>
            </a:extLst>
          </p:cNvPr>
          <p:cNvSpPr txBox="1"/>
          <p:nvPr/>
        </p:nvSpPr>
        <p:spPr>
          <a:xfrm>
            <a:off x="5907086" y="1642868"/>
            <a:ext cx="5607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1,1</a:t>
            </a:r>
          </a:p>
        </p:txBody>
      </p:sp>
      <p:sp>
        <p:nvSpPr>
          <p:cNvPr id="70" name="CasellaDiTesto 69">
            <a:extLst>
              <a:ext uri="{FF2B5EF4-FFF2-40B4-BE49-F238E27FC236}">
                <a16:creationId xmlns:a16="http://schemas.microsoft.com/office/drawing/2014/main" id="{44F82FDC-1E9F-4ADC-8970-A9D56323EBEC}"/>
              </a:ext>
            </a:extLst>
          </p:cNvPr>
          <p:cNvSpPr txBox="1"/>
          <p:nvPr/>
        </p:nvSpPr>
        <p:spPr>
          <a:xfrm>
            <a:off x="6571325" y="1117727"/>
            <a:ext cx="5607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1,N</a:t>
            </a:r>
          </a:p>
        </p:txBody>
      </p:sp>
      <p:sp>
        <p:nvSpPr>
          <p:cNvPr id="72" name="CasellaDiTesto 71">
            <a:extLst>
              <a:ext uri="{FF2B5EF4-FFF2-40B4-BE49-F238E27FC236}">
                <a16:creationId xmlns:a16="http://schemas.microsoft.com/office/drawing/2014/main" id="{5388599D-4543-46C9-ABD6-45DA31031223}"/>
              </a:ext>
            </a:extLst>
          </p:cNvPr>
          <p:cNvSpPr txBox="1"/>
          <p:nvPr/>
        </p:nvSpPr>
        <p:spPr>
          <a:xfrm>
            <a:off x="8357452" y="1117726"/>
            <a:ext cx="5607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1,N</a:t>
            </a:r>
          </a:p>
        </p:txBody>
      </p:sp>
      <p:sp>
        <p:nvSpPr>
          <p:cNvPr id="73" name="CasellaDiTesto 72">
            <a:extLst>
              <a:ext uri="{FF2B5EF4-FFF2-40B4-BE49-F238E27FC236}">
                <a16:creationId xmlns:a16="http://schemas.microsoft.com/office/drawing/2014/main" id="{10FD5B9D-FEFF-4E4A-AC3C-EABB20CABF6F}"/>
              </a:ext>
            </a:extLst>
          </p:cNvPr>
          <p:cNvSpPr txBox="1"/>
          <p:nvPr/>
        </p:nvSpPr>
        <p:spPr>
          <a:xfrm>
            <a:off x="9340777" y="1621742"/>
            <a:ext cx="5607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1,1</a:t>
            </a:r>
          </a:p>
        </p:txBody>
      </p:sp>
      <p:sp>
        <p:nvSpPr>
          <p:cNvPr id="74" name="CasellaDiTesto 73">
            <a:extLst>
              <a:ext uri="{FF2B5EF4-FFF2-40B4-BE49-F238E27FC236}">
                <a16:creationId xmlns:a16="http://schemas.microsoft.com/office/drawing/2014/main" id="{743E1683-F139-4995-905E-0C62DF8D2271}"/>
              </a:ext>
            </a:extLst>
          </p:cNvPr>
          <p:cNvSpPr txBox="1"/>
          <p:nvPr/>
        </p:nvSpPr>
        <p:spPr>
          <a:xfrm>
            <a:off x="9351917" y="2673498"/>
            <a:ext cx="5607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1,N</a:t>
            </a:r>
          </a:p>
        </p:txBody>
      </p:sp>
    </p:spTree>
    <p:extLst>
      <p:ext uri="{BB962C8B-B14F-4D97-AF65-F5344CB8AC3E}">
        <p14:creationId xmlns:p14="http://schemas.microsoft.com/office/powerpoint/2010/main" val="2536729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65509C62-4BA3-4870-AC3D-4F99077C81F3}"/>
              </a:ext>
            </a:extLst>
          </p:cNvPr>
          <p:cNvSpPr/>
          <p:nvPr/>
        </p:nvSpPr>
        <p:spPr>
          <a:xfrm>
            <a:off x="796954" y="707217"/>
            <a:ext cx="1482650" cy="7609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Crea il tuo piano analitico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436F846C-9FCB-41B2-A278-B54C664A3DB2}"/>
              </a:ext>
            </a:extLst>
          </p:cNvPr>
          <p:cNvSpPr/>
          <p:nvPr/>
        </p:nvSpPr>
        <p:spPr>
          <a:xfrm>
            <a:off x="3503417" y="704524"/>
            <a:ext cx="1742112" cy="7609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Indicare la matrice da analizzare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18476F1D-77F1-4E92-A687-061CC9E1795A}"/>
              </a:ext>
            </a:extLst>
          </p:cNvPr>
          <p:cNvSpPr/>
          <p:nvPr/>
        </p:nvSpPr>
        <p:spPr>
          <a:xfrm>
            <a:off x="4578590" y="1822794"/>
            <a:ext cx="1742112" cy="50543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acque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C0479522-08A7-409B-9891-DD16E5415049}"/>
              </a:ext>
            </a:extLst>
          </p:cNvPr>
          <p:cNvSpPr/>
          <p:nvPr/>
        </p:nvSpPr>
        <p:spPr>
          <a:xfrm>
            <a:off x="4590964" y="2666346"/>
            <a:ext cx="1742112" cy="50543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rifiuti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40B8DC54-D42F-4FCC-8E46-C17E08B8B694}"/>
              </a:ext>
            </a:extLst>
          </p:cNvPr>
          <p:cNvSpPr/>
          <p:nvPr/>
        </p:nvSpPr>
        <p:spPr>
          <a:xfrm>
            <a:off x="4578590" y="3509898"/>
            <a:ext cx="1742112" cy="50543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terreni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DC7F95A9-D09B-4BC2-936F-A0BA45725040}"/>
              </a:ext>
            </a:extLst>
          </p:cNvPr>
          <p:cNvSpPr/>
          <p:nvPr/>
        </p:nvSpPr>
        <p:spPr>
          <a:xfrm>
            <a:off x="7166980" y="2450329"/>
            <a:ext cx="1742112" cy="9374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Componi il pacchetto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BB67B5F1-F6B8-48A3-B148-9302C4AD190F}"/>
              </a:ext>
            </a:extLst>
          </p:cNvPr>
          <p:cNvSpPr/>
          <p:nvPr/>
        </p:nvSpPr>
        <p:spPr>
          <a:xfrm>
            <a:off x="8225617" y="704524"/>
            <a:ext cx="1742112" cy="7978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Seleziona pacchetto standard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5542F100-1B66-4693-ABDF-F3F03A7D77E6}"/>
              </a:ext>
            </a:extLst>
          </p:cNvPr>
          <p:cNvSpPr/>
          <p:nvPr/>
        </p:nvSpPr>
        <p:spPr>
          <a:xfrm>
            <a:off x="6150902" y="704524"/>
            <a:ext cx="1742112" cy="7969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Parametri</a:t>
            </a:r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4CF272E3-DD3F-42F8-B97A-A99C939C2B54}"/>
              </a:ext>
            </a:extLst>
          </p:cNvPr>
          <p:cNvSpPr/>
          <p:nvPr/>
        </p:nvSpPr>
        <p:spPr>
          <a:xfrm>
            <a:off x="9755370" y="2450329"/>
            <a:ext cx="1862356" cy="9374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Compila modulo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980E0187-8971-4C72-9175-107D21C2FFEF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279604" y="1085021"/>
            <a:ext cx="1223813" cy="26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a gomito 22">
            <a:extLst>
              <a:ext uri="{FF2B5EF4-FFF2-40B4-BE49-F238E27FC236}">
                <a16:creationId xmlns:a16="http://schemas.microsoft.com/office/drawing/2014/main" id="{12BEE083-5226-446A-BA02-F3451F1072A1}"/>
              </a:ext>
            </a:extLst>
          </p:cNvPr>
          <p:cNvCxnSpPr>
            <a:stCxn id="5" idx="2"/>
            <a:endCxn id="6" idx="1"/>
          </p:cNvCxnSpPr>
          <p:nvPr/>
        </p:nvCxnSpPr>
        <p:spPr>
          <a:xfrm rot="16200000" flipH="1">
            <a:off x="4171534" y="1668456"/>
            <a:ext cx="609995" cy="20411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ttore a gomito 24">
            <a:extLst>
              <a:ext uri="{FF2B5EF4-FFF2-40B4-BE49-F238E27FC236}">
                <a16:creationId xmlns:a16="http://schemas.microsoft.com/office/drawing/2014/main" id="{1CA1E959-FCD9-48DD-8161-0FE20ACA0897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3755945" y="2084045"/>
            <a:ext cx="1453547" cy="21649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a gomito 26">
            <a:extLst>
              <a:ext uri="{FF2B5EF4-FFF2-40B4-BE49-F238E27FC236}">
                <a16:creationId xmlns:a16="http://schemas.microsoft.com/office/drawing/2014/main" id="{32038130-BC7F-43B4-B046-0043B7F6A680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3327982" y="2512008"/>
            <a:ext cx="2297099" cy="20411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ttore a gomito 32">
            <a:extLst>
              <a:ext uri="{FF2B5EF4-FFF2-40B4-BE49-F238E27FC236}">
                <a16:creationId xmlns:a16="http://schemas.microsoft.com/office/drawing/2014/main" id="{B768B669-5980-45AE-B33C-BBF7C7BC78B9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6320702" y="2075513"/>
            <a:ext cx="846278" cy="84355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ttore a gomito 34">
            <a:extLst>
              <a:ext uri="{FF2B5EF4-FFF2-40B4-BE49-F238E27FC236}">
                <a16:creationId xmlns:a16="http://schemas.microsoft.com/office/drawing/2014/main" id="{B3C2E130-99B9-4E04-8849-316981753C35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6333076" y="2919064"/>
            <a:ext cx="833904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ttore a gomito 36">
            <a:extLst>
              <a:ext uri="{FF2B5EF4-FFF2-40B4-BE49-F238E27FC236}">
                <a16:creationId xmlns:a16="http://schemas.microsoft.com/office/drawing/2014/main" id="{A1804216-186F-4CA7-B672-465698ADDAA3}"/>
              </a:ext>
            </a:extLst>
          </p:cNvPr>
          <p:cNvCxnSpPr>
            <a:stCxn id="8" idx="3"/>
            <a:endCxn id="9" idx="1"/>
          </p:cNvCxnSpPr>
          <p:nvPr/>
        </p:nvCxnSpPr>
        <p:spPr>
          <a:xfrm flipV="1">
            <a:off x="6320702" y="2919064"/>
            <a:ext cx="846278" cy="84355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ttore 2 50">
            <a:extLst>
              <a:ext uri="{FF2B5EF4-FFF2-40B4-BE49-F238E27FC236}">
                <a16:creationId xmlns:a16="http://schemas.microsoft.com/office/drawing/2014/main" id="{516CC702-1454-4DE2-8DC7-F01A2635BF88}"/>
              </a:ext>
            </a:extLst>
          </p:cNvPr>
          <p:cNvCxnSpPr>
            <a:stCxn id="9" idx="3"/>
            <a:endCxn id="12" idx="1"/>
          </p:cNvCxnSpPr>
          <p:nvPr/>
        </p:nvCxnSpPr>
        <p:spPr>
          <a:xfrm>
            <a:off x="8909092" y="2919064"/>
            <a:ext cx="8462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ttore a gomito 57">
            <a:extLst>
              <a:ext uri="{FF2B5EF4-FFF2-40B4-BE49-F238E27FC236}">
                <a16:creationId xmlns:a16="http://schemas.microsoft.com/office/drawing/2014/main" id="{D77E6DE1-7177-4D64-9A22-8C262ACC3CD5}"/>
              </a:ext>
            </a:extLst>
          </p:cNvPr>
          <p:cNvCxnSpPr>
            <a:stCxn id="9" idx="0"/>
            <a:endCxn id="10" idx="2"/>
          </p:cNvCxnSpPr>
          <p:nvPr/>
        </p:nvCxnSpPr>
        <p:spPr>
          <a:xfrm rot="5400000" flipH="1" flipV="1">
            <a:off x="8093376" y="1447033"/>
            <a:ext cx="947957" cy="105863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ttore a gomito 59">
            <a:extLst>
              <a:ext uri="{FF2B5EF4-FFF2-40B4-BE49-F238E27FC236}">
                <a16:creationId xmlns:a16="http://schemas.microsoft.com/office/drawing/2014/main" id="{063596FD-CDF4-42DD-A0E7-1AFD27C24CD6}"/>
              </a:ext>
            </a:extLst>
          </p:cNvPr>
          <p:cNvCxnSpPr>
            <a:stCxn id="9" idx="0"/>
            <a:endCxn id="11" idx="2"/>
          </p:cNvCxnSpPr>
          <p:nvPr/>
        </p:nvCxnSpPr>
        <p:spPr>
          <a:xfrm rot="16200000" flipV="1">
            <a:off x="7055572" y="1467865"/>
            <a:ext cx="948851" cy="101607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ttangolo 63">
            <a:extLst>
              <a:ext uri="{FF2B5EF4-FFF2-40B4-BE49-F238E27FC236}">
                <a16:creationId xmlns:a16="http://schemas.microsoft.com/office/drawing/2014/main" id="{9077C1C7-4F92-49A6-A7D4-ED169AD32993}"/>
              </a:ext>
            </a:extLst>
          </p:cNvPr>
          <p:cNvSpPr/>
          <p:nvPr/>
        </p:nvSpPr>
        <p:spPr>
          <a:xfrm>
            <a:off x="6961836" y="4987832"/>
            <a:ext cx="1862356" cy="9374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Amministratore</a:t>
            </a:r>
          </a:p>
        </p:txBody>
      </p:sp>
      <p:sp>
        <p:nvSpPr>
          <p:cNvPr id="66" name="Rettangolo 65">
            <a:extLst>
              <a:ext uri="{FF2B5EF4-FFF2-40B4-BE49-F238E27FC236}">
                <a16:creationId xmlns:a16="http://schemas.microsoft.com/office/drawing/2014/main" id="{4F5BBF8A-DF47-43F0-AF73-989D44AA5049}"/>
              </a:ext>
            </a:extLst>
          </p:cNvPr>
          <p:cNvSpPr/>
          <p:nvPr/>
        </p:nvSpPr>
        <p:spPr>
          <a:xfrm>
            <a:off x="9755370" y="3863569"/>
            <a:ext cx="1862356" cy="7244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Crea pdf</a:t>
            </a:r>
          </a:p>
        </p:txBody>
      </p:sp>
      <p:cxnSp>
        <p:nvCxnSpPr>
          <p:cNvPr id="68" name="Connettore 2 67">
            <a:extLst>
              <a:ext uri="{FF2B5EF4-FFF2-40B4-BE49-F238E27FC236}">
                <a16:creationId xmlns:a16="http://schemas.microsoft.com/office/drawing/2014/main" id="{3535A2E7-C096-4920-8167-C29FA3357A4C}"/>
              </a:ext>
            </a:extLst>
          </p:cNvPr>
          <p:cNvCxnSpPr>
            <a:stCxn id="12" idx="2"/>
            <a:endCxn id="66" idx="0"/>
          </p:cNvCxnSpPr>
          <p:nvPr/>
        </p:nvCxnSpPr>
        <p:spPr>
          <a:xfrm>
            <a:off x="10686548" y="3387799"/>
            <a:ext cx="0" cy="4757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ttore 2 69">
            <a:extLst>
              <a:ext uri="{FF2B5EF4-FFF2-40B4-BE49-F238E27FC236}">
                <a16:creationId xmlns:a16="http://schemas.microsoft.com/office/drawing/2014/main" id="{9D2DDA47-C792-426A-95B8-A725B0D05563}"/>
              </a:ext>
            </a:extLst>
          </p:cNvPr>
          <p:cNvCxnSpPr>
            <a:stCxn id="66" idx="2"/>
          </p:cNvCxnSpPr>
          <p:nvPr/>
        </p:nvCxnSpPr>
        <p:spPr>
          <a:xfrm>
            <a:off x="10686548" y="4588014"/>
            <a:ext cx="0" cy="5041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ttangolo 70">
            <a:extLst>
              <a:ext uri="{FF2B5EF4-FFF2-40B4-BE49-F238E27FC236}">
                <a16:creationId xmlns:a16="http://schemas.microsoft.com/office/drawing/2014/main" id="{F5DA711A-A50E-4DF0-A23C-D253442D80A9}"/>
              </a:ext>
            </a:extLst>
          </p:cNvPr>
          <p:cNvSpPr/>
          <p:nvPr/>
        </p:nvSpPr>
        <p:spPr>
          <a:xfrm>
            <a:off x="9755369" y="5094345"/>
            <a:ext cx="1862349" cy="7244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Firma e carica</a:t>
            </a:r>
          </a:p>
        </p:txBody>
      </p:sp>
      <p:cxnSp>
        <p:nvCxnSpPr>
          <p:cNvPr id="73" name="Connettore 2 72">
            <a:extLst>
              <a:ext uri="{FF2B5EF4-FFF2-40B4-BE49-F238E27FC236}">
                <a16:creationId xmlns:a16="http://schemas.microsoft.com/office/drawing/2014/main" id="{66CEA8B4-0E1F-4474-AD9E-D7594032E85A}"/>
              </a:ext>
            </a:extLst>
          </p:cNvPr>
          <p:cNvCxnSpPr>
            <a:stCxn id="71" idx="1"/>
            <a:endCxn id="64" idx="3"/>
          </p:cNvCxnSpPr>
          <p:nvPr/>
        </p:nvCxnSpPr>
        <p:spPr>
          <a:xfrm flipH="1" flipV="1">
            <a:off x="8824192" y="5456567"/>
            <a:ext cx="93117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ttangolo 73">
            <a:extLst>
              <a:ext uri="{FF2B5EF4-FFF2-40B4-BE49-F238E27FC236}">
                <a16:creationId xmlns:a16="http://schemas.microsoft.com/office/drawing/2014/main" id="{B85D3A1E-B6BE-4FB4-B5D1-A236981B8615}"/>
              </a:ext>
            </a:extLst>
          </p:cNvPr>
          <p:cNvSpPr/>
          <p:nvPr/>
        </p:nvSpPr>
        <p:spPr>
          <a:xfrm>
            <a:off x="4858800" y="5041088"/>
            <a:ext cx="1505036" cy="8309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Scarica il pdf</a:t>
            </a:r>
          </a:p>
        </p:txBody>
      </p:sp>
      <p:sp>
        <p:nvSpPr>
          <p:cNvPr id="75" name="Rettangolo 74">
            <a:extLst>
              <a:ext uri="{FF2B5EF4-FFF2-40B4-BE49-F238E27FC236}">
                <a16:creationId xmlns:a16="http://schemas.microsoft.com/office/drawing/2014/main" id="{BA28C463-375A-444A-98C6-E2B6125751DB}"/>
              </a:ext>
            </a:extLst>
          </p:cNvPr>
          <p:cNvSpPr/>
          <p:nvPr/>
        </p:nvSpPr>
        <p:spPr>
          <a:xfrm>
            <a:off x="893544" y="5041088"/>
            <a:ext cx="1223813" cy="8309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Carica Referto</a:t>
            </a:r>
          </a:p>
        </p:txBody>
      </p:sp>
      <p:cxnSp>
        <p:nvCxnSpPr>
          <p:cNvPr id="79" name="Connettore 2 78">
            <a:extLst>
              <a:ext uri="{FF2B5EF4-FFF2-40B4-BE49-F238E27FC236}">
                <a16:creationId xmlns:a16="http://schemas.microsoft.com/office/drawing/2014/main" id="{E009C10C-60CE-4E2E-AD3E-F65DE1E122C8}"/>
              </a:ext>
            </a:extLst>
          </p:cNvPr>
          <p:cNvCxnSpPr>
            <a:stCxn id="64" idx="1"/>
            <a:endCxn id="74" idx="3"/>
          </p:cNvCxnSpPr>
          <p:nvPr/>
        </p:nvCxnSpPr>
        <p:spPr>
          <a:xfrm flipH="1">
            <a:off x="6363836" y="5456567"/>
            <a:ext cx="598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ttangolo 82">
            <a:extLst>
              <a:ext uri="{FF2B5EF4-FFF2-40B4-BE49-F238E27FC236}">
                <a16:creationId xmlns:a16="http://schemas.microsoft.com/office/drawing/2014/main" id="{0D5440DF-9D2A-447C-9CD5-638AF98E9ADA}"/>
              </a:ext>
            </a:extLst>
          </p:cNvPr>
          <p:cNvSpPr/>
          <p:nvPr/>
        </p:nvSpPr>
        <p:spPr>
          <a:xfrm>
            <a:off x="2743200" y="4987832"/>
            <a:ext cx="1631273" cy="9293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Convalida modulo</a:t>
            </a:r>
          </a:p>
        </p:txBody>
      </p:sp>
      <p:cxnSp>
        <p:nvCxnSpPr>
          <p:cNvPr id="85" name="Connettore 2 84">
            <a:extLst>
              <a:ext uri="{FF2B5EF4-FFF2-40B4-BE49-F238E27FC236}">
                <a16:creationId xmlns:a16="http://schemas.microsoft.com/office/drawing/2014/main" id="{6F0FE551-DDF8-4673-B329-047720F6FFFE}"/>
              </a:ext>
            </a:extLst>
          </p:cNvPr>
          <p:cNvCxnSpPr>
            <a:stCxn id="74" idx="1"/>
            <a:endCxn id="83" idx="3"/>
          </p:cNvCxnSpPr>
          <p:nvPr/>
        </p:nvCxnSpPr>
        <p:spPr>
          <a:xfrm flipH="1" flipV="1">
            <a:off x="4374473" y="5452528"/>
            <a:ext cx="484327" cy="40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ttore 2 86">
            <a:extLst>
              <a:ext uri="{FF2B5EF4-FFF2-40B4-BE49-F238E27FC236}">
                <a16:creationId xmlns:a16="http://schemas.microsoft.com/office/drawing/2014/main" id="{B554B965-E0E9-4EDB-9BD9-F1E1F0CA6E7B}"/>
              </a:ext>
            </a:extLst>
          </p:cNvPr>
          <p:cNvCxnSpPr>
            <a:stCxn id="83" idx="1"/>
            <a:endCxn id="75" idx="3"/>
          </p:cNvCxnSpPr>
          <p:nvPr/>
        </p:nvCxnSpPr>
        <p:spPr>
          <a:xfrm flipH="1">
            <a:off x="2117357" y="5452528"/>
            <a:ext cx="625843" cy="40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66849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CDA9925A-708C-4D00-94A7-F99758181F0A}"/>
              </a:ext>
            </a:extLst>
          </p:cNvPr>
          <p:cNvSpPr/>
          <p:nvPr/>
        </p:nvSpPr>
        <p:spPr>
          <a:xfrm>
            <a:off x="5373150" y="276836"/>
            <a:ext cx="985706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Home Page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A4A13AAA-9B0B-441D-A596-2616F36CC788}"/>
              </a:ext>
            </a:extLst>
          </p:cNvPr>
          <p:cNvSpPr/>
          <p:nvPr/>
        </p:nvSpPr>
        <p:spPr>
          <a:xfrm>
            <a:off x="5373150" y="1539379"/>
            <a:ext cx="994095" cy="5442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Login (0,2)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F7865482-CFEB-44AF-A4EA-D1DFEB0E2F65}"/>
              </a:ext>
            </a:extLst>
          </p:cNvPr>
          <p:cNvSpPr/>
          <p:nvPr/>
        </p:nvSpPr>
        <p:spPr>
          <a:xfrm>
            <a:off x="3505026" y="308009"/>
            <a:ext cx="1661022" cy="5877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Registrazione (0,1)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42837F10-566B-43B0-B077-30702C771EA7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5866003" y="1191236"/>
            <a:ext cx="4195" cy="348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8F0900B3-6B61-408E-A6B1-5136A46DD631}"/>
              </a:ext>
            </a:extLst>
          </p:cNvPr>
          <p:cNvCxnSpPr>
            <a:cxnSpLocks/>
            <a:stCxn id="5" idx="1"/>
            <a:endCxn id="6" idx="2"/>
          </p:cNvCxnSpPr>
          <p:nvPr/>
        </p:nvCxnSpPr>
        <p:spPr>
          <a:xfrm flipH="1" flipV="1">
            <a:off x="4335537" y="895712"/>
            <a:ext cx="1037613" cy="9157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ttangolo 10">
            <a:extLst>
              <a:ext uri="{FF2B5EF4-FFF2-40B4-BE49-F238E27FC236}">
                <a16:creationId xmlns:a16="http://schemas.microsoft.com/office/drawing/2014/main" id="{FB555504-3F20-4EA5-B89E-6A0B265C137C}"/>
              </a:ext>
            </a:extLst>
          </p:cNvPr>
          <p:cNvSpPr/>
          <p:nvPr/>
        </p:nvSpPr>
        <p:spPr>
          <a:xfrm>
            <a:off x="8200235" y="1300359"/>
            <a:ext cx="1863750" cy="5221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Visualizza profilo (0,4)*</a:t>
            </a:r>
          </a:p>
        </p:txBody>
      </p:sp>
      <p:sp>
        <p:nvSpPr>
          <p:cNvPr id="25" name="Rettangolo 24">
            <a:extLst>
              <a:ext uri="{FF2B5EF4-FFF2-40B4-BE49-F238E27FC236}">
                <a16:creationId xmlns:a16="http://schemas.microsoft.com/office/drawing/2014/main" id="{7BB7F9E6-F536-480D-981C-E3A61EEF6724}"/>
              </a:ext>
            </a:extLst>
          </p:cNvPr>
          <p:cNvSpPr/>
          <p:nvPr/>
        </p:nvSpPr>
        <p:spPr>
          <a:xfrm>
            <a:off x="6078523" y="2344722"/>
            <a:ext cx="994095" cy="4572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Cliente</a:t>
            </a:r>
          </a:p>
        </p:txBody>
      </p:sp>
      <p:sp>
        <p:nvSpPr>
          <p:cNvPr id="26" name="Rettangolo 25">
            <a:extLst>
              <a:ext uri="{FF2B5EF4-FFF2-40B4-BE49-F238E27FC236}">
                <a16:creationId xmlns:a16="http://schemas.microsoft.com/office/drawing/2014/main" id="{1B00FCDD-AD6A-41AB-827D-6DB83A7390EE}"/>
              </a:ext>
            </a:extLst>
          </p:cNvPr>
          <p:cNvSpPr/>
          <p:nvPr/>
        </p:nvSpPr>
        <p:spPr>
          <a:xfrm>
            <a:off x="4699934" y="2344722"/>
            <a:ext cx="994095" cy="4572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Admin</a:t>
            </a:r>
          </a:p>
        </p:txBody>
      </p:sp>
      <p:cxnSp>
        <p:nvCxnSpPr>
          <p:cNvPr id="28" name="Connettore 2 27">
            <a:extLst>
              <a:ext uri="{FF2B5EF4-FFF2-40B4-BE49-F238E27FC236}">
                <a16:creationId xmlns:a16="http://schemas.microsoft.com/office/drawing/2014/main" id="{8BA548B1-18AC-4413-BCDF-6BD266657A40}"/>
              </a:ext>
            </a:extLst>
          </p:cNvPr>
          <p:cNvCxnSpPr>
            <a:cxnSpLocks/>
            <a:stCxn id="5" idx="2"/>
            <a:endCxn id="26" idx="0"/>
          </p:cNvCxnSpPr>
          <p:nvPr/>
        </p:nvCxnSpPr>
        <p:spPr>
          <a:xfrm flipH="1">
            <a:off x="5196982" y="2083631"/>
            <a:ext cx="673216" cy="2610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6240ACA7-28A3-4153-BCEC-7EC9C23EF64C}"/>
              </a:ext>
            </a:extLst>
          </p:cNvPr>
          <p:cNvCxnSpPr>
            <a:cxnSpLocks/>
            <a:stCxn id="5" idx="2"/>
            <a:endCxn id="25" idx="0"/>
          </p:cNvCxnSpPr>
          <p:nvPr/>
        </p:nvCxnSpPr>
        <p:spPr>
          <a:xfrm>
            <a:off x="5870198" y="2083631"/>
            <a:ext cx="705373" cy="2610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ttangolo 33">
            <a:extLst>
              <a:ext uri="{FF2B5EF4-FFF2-40B4-BE49-F238E27FC236}">
                <a16:creationId xmlns:a16="http://schemas.microsoft.com/office/drawing/2014/main" id="{811DAC33-99F0-4A6D-896F-C1DEF4117396}"/>
              </a:ext>
            </a:extLst>
          </p:cNvPr>
          <p:cNvSpPr/>
          <p:nvPr/>
        </p:nvSpPr>
        <p:spPr>
          <a:xfrm>
            <a:off x="8936369" y="1950423"/>
            <a:ext cx="1598565" cy="5274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Scelta Matrice (1,1,2)</a:t>
            </a:r>
          </a:p>
        </p:txBody>
      </p:sp>
      <p:cxnSp>
        <p:nvCxnSpPr>
          <p:cNvPr id="36" name="Connettore 2 35">
            <a:extLst>
              <a:ext uri="{FF2B5EF4-FFF2-40B4-BE49-F238E27FC236}">
                <a16:creationId xmlns:a16="http://schemas.microsoft.com/office/drawing/2014/main" id="{AD873C44-0856-45EC-BE51-54C2BD116F21}"/>
              </a:ext>
            </a:extLst>
          </p:cNvPr>
          <p:cNvCxnSpPr>
            <a:cxnSpLocks/>
            <a:stCxn id="25" idx="3"/>
            <a:endCxn id="34" idx="1"/>
          </p:cNvCxnSpPr>
          <p:nvPr/>
        </p:nvCxnSpPr>
        <p:spPr>
          <a:xfrm flipV="1">
            <a:off x="7072618" y="2214160"/>
            <a:ext cx="1863751" cy="35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ttangolo 43">
            <a:extLst>
              <a:ext uri="{FF2B5EF4-FFF2-40B4-BE49-F238E27FC236}">
                <a16:creationId xmlns:a16="http://schemas.microsoft.com/office/drawing/2014/main" id="{C8408F53-75B0-4EDA-BC32-8C1C752CEEB9}"/>
              </a:ext>
            </a:extLst>
          </p:cNvPr>
          <p:cNvSpPr/>
          <p:nvPr/>
        </p:nvSpPr>
        <p:spPr>
          <a:xfrm>
            <a:off x="7418461" y="3948503"/>
            <a:ext cx="1372732" cy="8050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Nuovo Pacchetto</a:t>
            </a:r>
          </a:p>
          <a:p>
            <a:pPr algn="ctr"/>
            <a:r>
              <a:rPr lang="it-IT" dirty="0"/>
              <a:t>(2,1,2 – 2,2)</a:t>
            </a:r>
          </a:p>
        </p:txBody>
      </p:sp>
      <p:sp>
        <p:nvSpPr>
          <p:cNvPr id="45" name="Rettangolo 44">
            <a:extLst>
              <a:ext uri="{FF2B5EF4-FFF2-40B4-BE49-F238E27FC236}">
                <a16:creationId xmlns:a16="http://schemas.microsoft.com/office/drawing/2014/main" id="{C9A64EBE-A733-4BCB-B5A1-50A503813D17}"/>
              </a:ext>
            </a:extLst>
          </p:cNvPr>
          <p:cNvSpPr/>
          <p:nvPr/>
        </p:nvSpPr>
        <p:spPr>
          <a:xfrm>
            <a:off x="9048600" y="3948502"/>
            <a:ext cx="1278010" cy="8050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Recupero Pacchetto</a:t>
            </a:r>
          </a:p>
          <a:p>
            <a:pPr algn="ctr"/>
            <a:r>
              <a:rPr lang="it-IT" dirty="0"/>
              <a:t>(4,1 – 4,5*)</a:t>
            </a:r>
          </a:p>
        </p:txBody>
      </p:sp>
      <p:sp>
        <p:nvSpPr>
          <p:cNvPr id="46" name="Rettangolo 45">
            <a:extLst>
              <a:ext uri="{FF2B5EF4-FFF2-40B4-BE49-F238E27FC236}">
                <a16:creationId xmlns:a16="http://schemas.microsoft.com/office/drawing/2014/main" id="{69E819AA-402E-4CD6-87B9-8398AE6B7269}"/>
              </a:ext>
            </a:extLst>
          </p:cNvPr>
          <p:cNvSpPr/>
          <p:nvPr/>
        </p:nvSpPr>
        <p:spPr>
          <a:xfrm>
            <a:off x="10680110" y="3944040"/>
            <a:ext cx="1181916" cy="8050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Pacchetto standard</a:t>
            </a:r>
          </a:p>
          <a:p>
            <a:pPr algn="ctr"/>
            <a:r>
              <a:rPr lang="it-IT" dirty="0"/>
              <a:t>(3,1,2)*</a:t>
            </a:r>
          </a:p>
        </p:txBody>
      </p:sp>
      <p:cxnSp>
        <p:nvCxnSpPr>
          <p:cNvPr id="56" name="Connettore 2 55">
            <a:extLst>
              <a:ext uri="{FF2B5EF4-FFF2-40B4-BE49-F238E27FC236}">
                <a16:creationId xmlns:a16="http://schemas.microsoft.com/office/drawing/2014/main" id="{760AFFEB-E5A0-42EA-8068-739D9DE26BA3}"/>
              </a:ext>
            </a:extLst>
          </p:cNvPr>
          <p:cNvCxnSpPr>
            <a:cxnSpLocks/>
            <a:stCxn id="25" idx="3"/>
            <a:endCxn id="11" idx="1"/>
          </p:cNvCxnSpPr>
          <p:nvPr/>
        </p:nvCxnSpPr>
        <p:spPr>
          <a:xfrm flipV="1">
            <a:off x="7072618" y="1561450"/>
            <a:ext cx="1127617" cy="10118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ttangolo 57">
            <a:extLst>
              <a:ext uri="{FF2B5EF4-FFF2-40B4-BE49-F238E27FC236}">
                <a16:creationId xmlns:a16="http://schemas.microsoft.com/office/drawing/2014/main" id="{1B1BD882-9985-4187-AAB3-4FDE03D87BB4}"/>
              </a:ext>
            </a:extLst>
          </p:cNvPr>
          <p:cNvSpPr/>
          <p:nvPr/>
        </p:nvSpPr>
        <p:spPr>
          <a:xfrm>
            <a:off x="7418461" y="2809209"/>
            <a:ext cx="1598565" cy="8180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Scelta Pacchetto</a:t>
            </a:r>
          </a:p>
          <a:p>
            <a:pPr algn="ctr"/>
            <a:r>
              <a:rPr lang="it-IT" dirty="0"/>
              <a:t>(1,1,2 – 2,1)</a:t>
            </a:r>
          </a:p>
        </p:txBody>
      </p:sp>
      <p:cxnSp>
        <p:nvCxnSpPr>
          <p:cNvPr id="74" name="Connettore 2 73">
            <a:extLst>
              <a:ext uri="{FF2B5EF4-FFF2-40B4-BE49-F238E27FC236}">
                <a16:creationId xmlns:a16="http://schemas.microsoft.com/office/drawing/2014/main" id="{40B57AA8-9647-4D80-8ECF-3808F9954AC2}"/>
              </a:ext>
            </a:extLst>
          </p:cNvPr>
          <p:cNvCxnSpPr>
            <a:cxnSpLocks/>
            <a:stCxn id="34" idx="2"/>
            <a:endCxn id="58" idx="0"/>
          </p:cNvCxnSpPr>
          <p:nvPr/>
        </p:nvCxnSpPr>
        <p:spPr>
          <a:xfrm flipH="1">
            <a:off x="8217744" y="2477897"/>
            <a:ext cx="1517908" cy="3313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ettangolo 94">
            <a:extLst>
              <a:ext uri="{FF2B5EF4-FFF2-40B4-BE49-F238E27FC236}">
                <a16:creationId xmlns:a16="http://schemas.microsoft.com/office/drawing/2014/main" id="{F32063F4-4851-4CEE-B894-F3E1BB35EB34}"/>
              </a:ext>
            </a:extLst>
          </p:cNvPr>
          <p:cNvSpPr/>
          <p:nvPr/>
        </p:nvSpPr>
        <p:spPr>
          <a:xfrm>
            <a:off x="2880572" y="1082652"/>
            <a:ext cx="1090568" cy="8316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Gestione Matrici (1,1,1)</a:t>
            </a:r>
          </a:p>
        </p:txBody>
      </p:sp>
      <p:sp>
        <p:nvSpPr>
          <p:cNvPr id="96" name="Rettangolo 95">
            <a:extLst>
              <a:ext uri="{FF2B5EF4-FFF2-40B4-BE49-F238E27FC236}">
                <a16:creationId xmlns:a16="http://schemas.microsoft.com/office/drawing/2014/main" id="{B81AB875-B17C-40E0-9B64-353E7EF4A1F4}"/>
              </a:ext>
            </a:extLst>
          </p:cNvPr>
          <p:cNvSpPr/>
          <p:nvPr/>
        </p:nvSpPr>
        <p:spPr>
          <a:xfrm>
            <a:off x="10829018" y="438512"/>
            <a:ext cx="1181916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Modifica profilo (0,5)</a:t>
            </a:r>
          </a:p>
        </p:txBody>
      </p:sp>
      <p:sp>
        <p:nvSpPr>
          <p:cNvPr id="98" name="Rettangolo 97">
            <a:extLst>
              <a:ext uri="{FF2B5EF4-FFF2-40B4-BE49-F238E27FC236}">
                <a16:creationId xmlns:a16="http://schemas.microsoft.com/office/drawing/2014/main" id="{B93BBE08-97A8-47AC-A18F-46C19EE0EB18}"/>
              </a:ext>
            </a:extLst>
          </p:cNvPr>
          <p:cNvSpPr/>
          <p:nvPr/>
        </p:nvSpPr>
        <p:spPr>
          <a:xfrm>
            <a:off x="10829018" y="1423293"/>
            <a:ext cx="1181916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Modifica password (0,6)</a:t>
            </a:r>
          </a:p>
        </p:txBody>
      </p:sp>
      <p:cxnSp>
        <p:nvCxnSpPr>
          <p:cNvPr id="100" name="Connettore 2 99">
            <a:extLst>
              <a:ext uri="{FF2B5EF4-FFF2-40B4-BE49-F238E27FC236}">
                <a16:creationId xmlns:a16="http://schemas.microsoft.com/office/drawing/2014/main" id="{108B1903-4C46-4BF2-869F-143CDAD5DBCC}"/>
              </a:ext>
            </a:extLst>
          </p:cNvPr>
          <p:cNvCxnSpPr>
            <a:cxnSpLocks/>
            <a:stCxn id="11" idx="3"/>
            <a:endCxn id="96" idx="1"/>
          </p:cNvCxnSpPr>
          <p:nvPr/>
        </p:nvCxnSpPr>
        <p:spPr>
          <a:xfrm flipV="1">
            <a:off x="10063985" y="895712"/>
            <a:ext cx="765033" cy="6657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ttore 2 101">
            <a:extLst>
              <a:ext uri="{FF2B5EF4-FFF2-40B4-BE49-F238E27FC236}">
                <a16:creationId xmlns:a16="http://schemas.microsoft.com/office/drawing/2014/main" id="{8ADD9689-A616-40AA-B2C3-84D2EA1BF9AD}"/>
              </a:ext>
            </a:extLst>
          </p:cNvPr>
          <p:cNvCxnSpPr>
            <a:cxnSpLocks/>
            <a:stCxn id="11" idx="3"/>
            <a:endCxn id="98" idx="1"/>
          </p:cNvCxnSpPr>
          <p:nvPr/>
        </p:nvCxnSpPr>
        <p:spPr>
          <a:xfrm>
            <a:off x="10063985" y="1561450"/>
            <a:ext cx="765033" cy="3190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ettangolo 105">
            <a:extLst>
              <a:ext uri="{FF2B5EF4-FFF2-40B4-BE49-F238E27FC236}">
                <a16:creationId xmlns:a16="http://schemas.microsoft.com/office/drawing/2014/main" id="{F50A3F8B-76F5-469D-8CD6-4EB77DA8F9D7}"/>
              </a:ext>
            </a:extLst>
          </p:cNvPr>
          <p:cNvSpPr/>
          <p:nvPr/>
        </p:nvSpPr>
        <p:spPr>
          <a:xfrm>
            <a:off x="2896025" y="3170103"/>
            <a:ext cx="1090568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Gestione Pacchetti</a:t>
            </a:r>
          </a:p>
          <a:p>
            <a:pPr algn="ctr"/>
            <a:r>
              <a:rPr lang="it-IT" dirty="0"/>
              <a:t>(3,1,1)</a:t>
            </a:r>
          </a:p>
        </p:txBody>
      </p:sp>
      <p:sp>
        <p:nvSpPr>
          <p:cNvPr id="107" name="Rettangolo 106">
            <a:extLst>
              <a:ext uri="{FF2B5EF4-FFF2-40B4-BE49-F238E27FC236}">
                <a16:creationId xmlns:a16="http://schemas.microsoft.com/office/drawing/2014/main" id="{81211555-43F3-43D3-AE67-C484EDFBE28D}"/>
              </a:ext>
            </a:extLst>
          </p:cNvPr>
          <p:cNvSpPr/>
          <p:nvPr/>
        </p:nvSpPr>
        <p:spPr>
          <a:xfrm>
            <a:off x="585541" y="1150312"/>
            <a:ext cx="1856416" cy="6962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Modifica Matrici (1,2 - 1,3 - 1,4)</a:t>
            </a:r>
          </a:p>
        </p:txBody>
      </p:sp>
      <p:sp>
        <p:nvSpPr>
          <p:cNvPr id="108" name="Rettangolo 107">
            <a:extLst>
              <a:ext uri="{FF2B5EF4-FFF2-40B4-BE49-F238E27FC236}">
                <a16:creationId xmlns:a16="http://schemas.microsoft.com/office/drawing/2014/main" id="{59D02B86-C46B-4AA5-B695-E15BAB3813DC}"/>
              </a:ext>
            </a:extLst>
          </p:cNvPr>
          <p:cNvSpPr/>
          <p:nvPr/>
        </p:nvSpPr>
        <p:spPr>
          <a:xfrm>
            <a:off x="585541" y="3279159"/>
            <a:ext cx="1965641" cy="6962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Modifica Pacchetti (3,2 - 3,3 - 3,4)</a:t>
            </a:r>
          </a:p>
        </p:txBody>
      </p:sp>
      <p:sp>
        <p:nvSpPr>
          <p:cNvPr id="109" name="Rettangolo 108">
            <a:extLst>
              <a:ext uri="{FF2B5EF4-FFF2-40B4-BE49-F238E27FC236}">
                <a16:creationId xmlns:a16="http://schemas.microsoft.com/office/drawing/2014/main" id="{033783DD-ECDC-4974-A8E2-8507D9B8E253}"/>
              </a:ext>
            </a:extLst>
          </p:cNvPr>
          <p:cNvSpPr/>
          <p:nvPr/>
        </p:nvSpPr>
        <p:spPr>
          <a:xfrm>
            <a:off x="2896025" y="2098737"/>
            <a:ext cx="1125362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Gestione Parametri</a:t>
            </a:r>
          </a:p>
          <a:p>
            <a:pPr algn="ctr"/>
            <a:r>
              <a:rPr lang="it-IT" dirty="0"/>
              <a:t>(2,1,1)</a:t>
            </a:r>
          </a:p>
        </p:txBody>
      </p:sp>
      <p:sp>
        <p:nvSpPr>
          <p:cNvPr id="110" name="Rettangolo 109">
            <a:extLst>
              <a:ext uri="{FF2B5EF4-FFF2-40B4-BE49-F238E27FC236}">
                <a16:creationId xmlns:a16="http://schemas.microsoft.com/office/drawing/2014/main" id="{10C949E1-F1F1-4DFA-B48B-BA351E696F38}"/>
              </a:ext>
            </a:extLst>
          </p:cNvPr>
          <p:cNvSpPr/>
          <p:nvPr/>
        </p:nvSpPr>
        <p:spPr>
          <a:xfrm>
            <a:off x="585541" y="2207794"/>
            <a:ext cx="1965641" cy="6962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Modifica Parametri (2,3 - 2,4 - 2,5)</a:t>
            </a:r>
          </a:p>
        </p:txBody>
      </p:sp>
      <p:cxnSp>
        <p:nvCxnSpPr>
          <p:cNvPr id="112" name="Connettore a gomito 111">
            <a:extLst>
              <a:ext uri="{FF2B5EF4-FFF2-40B4-BE49-F238E27FC236}">
                <a16:creationId xmlns:a16="http://schemas.microsoft.com/office/drawing/2014/main" id="{4F0F964E-D1C5-4AC2-B021-6E6BCA1BD09E}"/>
              </a:ext>
            </a:extLst>
          </p:cNvPr>
          <p:cNvCxnSpPr>
            <a:stCxn id="26" idx="1"/>
            <a:endCxn id="95" idx="3"/>
          </p:cNvCxnSpPr>
          <p:nvPr/>
        </p:nvCxnSpPr>
        <p:spPr>
          <a:xfrm rot="10800000">
            <a:off x="3971140" y="1498456"/>
            <a:ext cx="728794" cy="107486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ttore a gomito 113">
            <a:extLst>
              <a:ext uri="{FF2B5EF4-FFF2-40B4-BE49-F238E27FC236}">
                <a16:creationId xmlns:a16="http://schemas.microsoft.com/office/drawing/2014/main" id="{8EB521F2-506A-4E3C-8147-72B2D1BD15EF}"/>
              </a:ext>
            </a:extLst>
          </p:cNvPr>
          <p:cNvCxnSpPr>
            <a:stCxn id="26" idx="1"/>
            <a:endCxn id="106" idx="3"/>
          </p:cNvCxnSpPr>
          <p:nvPr/>
        </p:nvCxnSpPr>
        <p:spPr>
          <a:xfrm rot="10800000" flipV="1">
            <a:off x="3986594" y="2573321"/>
            <a:ext cx="713341" cy="105398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ttore 2 115">
            <a:extLst>
              <a:ext uri="{FF2B5EF4-FFF2-40B4-BE49-F238E27FC236}">
                <a16:creationId xmlns:a16="http://schemas.microsoft.com/office/drawing/2014/main" id="{C8AAD8DD-9328-439F-8747-DA38A6E9CB57}"/>
              </a:ext>
            </a:extLst>
          </p:cNvPr>
          <p:cNvCxnSpPr>
            <a:cxnSpLocks/>
            <a:stCxn id="26" idx="1"/>
            <a:endCxn id="109" idx="3"/>
          </p:cNvCxnSpPr>
          <p:nvPr/>
        </p:nvCxnSpPr>
        <p:spPr>
          <a:xfrm flipH="1" flipV="1">
            <a:off x="4021387" y="2555937"/>
            <a:ext cx="678547" cy="173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ttore 2 123">
            <a:extLst>
              <a:ext uri="{FF2B5EF4-FFF2-40B4-BE49-F238E27FC236}">
                <a16:creationId xmlns:a16="http://schemas.microsoft.com/office/drawing/2014/main" id="{623390DE-9C68-469B-8723-FEB84BA66839}"/>
              </a:ext>
            </a:extLst>
          </p:cNvPr>
          <p:cNvCxnSpPr>
            <a:stCxn id="95" idx="1"/>
            <a:endCxn id="107" idx="3"/>
          </p:cNvCxnSpPr>
          <p:nvPr/>
        </p:nvCxnSpPr>
        <p:spPr>
          <a:xfrm flipH="1">
            <a:off x="2441957" y="1498456"/>
            <a:ext cx="4386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nettore 2 127">
            <a:extLst>
              <a:ext uri="{FF2B5EF4-FFF2-40B4-BE49-F238E27FC236}">
                <a16:creationId xmlns:a16="http://schemas.microsoft.com/office/drawing/2014/main" id="{A7668306-5790-46A6-B2EA-432F5DC68A9E}"/>
              </a:ext>
            </a:extLst>
          </p:cNvPr>
          <p:cNvCxnSpPr>
            <a:stCxn id="109" idx="1"/>
            <a:endCxn id="110" idx="3"/>
          </p:cNvCxnSpPr>
          <p:nvPr/>
        </p:nvCxnSpPr>
        <p:spPr>
          <a:xfrm flipH="1">
            <a:off x="2551182" y="2555937"/>
            <a:ext cx="3448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ttore 2 129">
            <a:extLst>
              <a:ext uri="{FF2B5EF4-FFF2-40B4-BE49-F238E27FC236}">
                <a16:creationId xmlns:a16="http://schemas.microsoft.com/office/drawing/2014/main" id="{B0A9D657-D118-4FF4-8807-044AE4123F79}"/>
              </a:ext>
            </a:extLst>
          </p:cNvPr>
          <p:cNvCxnSpPr>
            <a:stCxn id="106" idx="1"/>
            <a:endCxn id="108" idx="3"/>
          </p:cNvCxnSpPr>
          <p:nvPr/>
        </p:nvCxnSpPr>
        <p:spPr>
          <a:xfrm flipH="1">
            <a:off x="2551182" y="3627303"/>
            <a:ext cx="34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Rettangolo 132">
            <a:extLst>
              <a:ext uri="{FF2B5EF4-FFF2-40B4-BE49-F238E27FC236}">
                <a16:creationId xmlns:a16="http://schemas.microsoft.com/office/drawing/2014/main" id="{23FA9A10-9756-46F5-AF0E-65C6D5C8F0D0}"/>
              </a:ext>
            </a:extLst>
          </p:cNvPr>
          <p:cNvSpPr/>
          <p:nvPr/>
        </p:nvSpPr>
        <p:spPr>
          <a:xfrm>
            <a:off x="5383814" y="3127994"/>
            <a:ext cx="994095" cy="5442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Logout (0,3)</a:t>
            </a:r>
          </a:p>
        </p:txBody>
      </p:sp>
      <p:cxnSp>
        <p:nvCxnSpPr>
          <p:cNvPr id="138" name="Connettore a gomito 137">
            <a:extLst>
              <a:ext uri="{FF2B5EF4-FFF2-40B4-BE49-F238E27FC236}">
                <a16:creationId xmlns:a16="http://schemas.microsoft.com/office/drawing/2014/main" id="{58118602-9DC2-4C38-B681-57F6315A741E}"/>
              </a:ext>
            </a:extLst>
          </p:cNvPr>
          <p:cNvCxnSpPr>
            <a:stCxn id="26" idx="2"/>
            <a:endCxn id="133" idx="0"/>
          </p:cNvCxnSpPr>
          <p:nvPr/>
        </p:nvCxnSpPr>
        <p:spPr>
          <a:xfrm rot="16200000" flipH="1">
            <a:off x="5375886" y="2623018"/>
            <a:ext cx="326072" cy="68388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ttore a gomito 140">
            <a:extLst>
              <a:ext uri="{FF2B5EF4-FFF2-40B4-BE49-F238E27FC236}">
                <a16:creationId xmlns:a16="http://schemas.microsoft.com/office/drawing/2014/main" id="{3BAB78CA-2294-413E-8123-FEDCF199757F}"/>
              </a:ext>
            </a:extLst>
          </p:cNvPr>
          <p:cNvCxnSpPr>
            <a:stCxn id="25" idx="2"/>
            <a:endCxn id="133" idx="0"/>
          </p:cNvCxnSpPr>
          <p:nvPr/>
        </p:nvCxnSpPr>
        <p:spPr>
          <a:xfrm rot="5400000">
            <a:off x="6065181" y="2617604"/>
            <a:ext cx="326072" cy="69470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ttangolo 148">
            <a:extLst>
              <a:ext uri="{FF2B5EF4-FFF2-40B4-BE49-F238E27FC236}">
                <a16:creationId xmlns:a16="http://schemas.microsoft.com/office/drawing/2014/main" id="{31AADA5F-BC4F-44B1-AF79-4E6F7ADCDF21}"/>
              </a:ext>
            </a:extLst>
          </p:cNvPr>
          <p:cNvSpPr/>
          <p:nvPr/>
        </p:nvSpPr>
        <p:spPr>
          <a:xfrm>
            <a:off x="7072618" y="251282"/>
            <a:ext cx="1181916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Recupera password (0,7)</a:t>
            </a:r>
          </a:p>
        </p:txBody>
      </p:sp>
      <p:cxnSp>
        <p:nvCxnSpPr>
          <p:cNvPr id="151" name="Connettore 2 150">
            <a:extLst>
              <a:ext uri="{FF2B5EF4-FFF2-40B4-BE49-F238E27FC236}">
                <a16:creationId xmlns:a16="http://schemas.microsoft.com/office/drawing/2014/main" id="{BC1D13FF-327D-4C6D-83C0-56EE84EE5219}"/>
              </a:ext>
            </a:extLst>
          </p:cNvPr>
          <p:cNvCxnSpPr>
            <a:stCxn id="5" idx="3"/>
            <a:endCxn id="149" idx="1"/>
          </p:cNvCxnSpPr>
          <p:nvPr/>
        </p:nvCxnSpPr>
        <p:spPr>
          <a:xfrm flipV="1">
            <a:off x="6367245" y="708482"/>
            <a:ext cx="705373" cy="1103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Rettangolo 158">
            <a:extLst>
              <a:ext uri="{FF2B5EF4-FFF2-40B4-BE49-F238E27FC236}">
                <a16:creationId xmlns:a16="http://schemas.microsoft.com/office/drawing/2014/main" id="{F745FC08-8D25-4A71-A90E-005DDA25F782}"/>
              </a:ext>
            </a:extLst>
          </p:cNvPr>
          <p:cNvSpPr/>
          <p:nvPr/>
        </p:nvSpPr>
        <p:spPr>
          <a:xfrm>
            <a:off x="6793014" y="5058561"/>
            <a:ext cx="1998178" cy="8050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Componi pacchetto</a:t>
            </a:r>
          </a:p>
          <a:p>
            <a:pPr algn="ctr"/>
            <a:r>
              <a:rPr lang="it-IT" dirty="0"/>
              <a:t>(4,2 – 4,3 – 4,4)</a:t>
            </a:r>
          </a:p>
        </p:txBody>
      </p:sp>
      <p:cxnSp>
        <p:nvCxnSpPr>
          <p:cNvPr id="161" name="Connettore 2 160">
            <a:extLst>
              <a:ext uri="{FF2B5EF4-FFF2-40B4-BE49-F238E27FC236}">
                <a16:creationId xmlns:a16="http://schemas.microsoft.com/office/drawing/2014/main" id="{4BAF9BDE-5FCB-4528-A4D1-2413B5DA1ECD}"/>
              </a:ext>
            </a:extLst>
          </p:cNvPr>
          <p:cNvCxnSpPr>
            <a:cxnSpLocks/>
            <a:stCxn id="44" idx="2"/>
            <a:endCxn id="159" idx="0"/>
          </p:cNvCxnSpPr>
          <p:nvPr/>
        </p:nvCxnSpPr>
        <p:spPr>
          <a:xfrm flipH="1">
            <a:off x="7792103" y="4753517"/>
            <a:ext cx="312724" cy="3050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ttangolo 162">
            <a:extLst>
              <a:ext uri="{FF2B5EF4-FFF2-40B4-BE49-F238E27FC236}">
                <a16:creationId xmlns:a16="http://schemas.microsoft.com/office/drawing/2014/main" id="{BBE8F35B-C21F-4C61-B827-A07EA0861112}"/>
              </a:ext>
            </a:extLst>
          </p:cNvPr>
          <p:cNvSpPr/>
          <p:nvPr/>
        </p:nvSpPr>
        <p:spPr>
          <a:xfrm>
            <a:off x="3797980" y="4346547"/>
            <a:ext cx="1090568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Gestione Cliente</a:t>
            </a:r>
          </a:p>
          <a:p>
            <a:pPr algn="ctr"/>
            <a:r>
              <a:rPr lang="it-IT" dirty="0"/>
              <a:t>(5,1)</a:t>
            </a:r>
          </a:p>
        </p:txBody>
      </p:sp>
      <p:sp>
        <p:nvSpPr>
          <p:cNvPr id="164" name="Rettangolo 163">
            <a:extLst>
              <a:ext uri="{FF2B5EF4-FFF2-40B4-BE49-F238E27FC236}">
                <a16:creationId xmlns:a16="http://schemas.microsoft.com/office/drawing/2014/main" id="{C987DF5A-DC53-4374-A851-41DEA694C705}"/>
              </a:ext>
            </a:extLst>
          </p:cNvPr>
          <p:cNvSpPr/>
          <p:nvPr/>
        </p:nvSpPr>
        <p:spPr>
          <a:xfrm>
            <a:off x="5335578" y="4353806"/>
            <a:ext cx="1090568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Storico Piani</a:t>
            </a:r>
          </a:p>
          <a:p>
            <a:pPr algn="ctr"/>
            <a:r>
              <a:rPr lang="it-IT" dirty="0"/>
              <a:t>(5,2,x)</a:t>
            </a:r>
          </a:p>
        </p:txBody>
      </p:sp>
      <p:cxnSp>
        <p:nvCxnSpPr>
          <p:cNvPr id="168" name="Connettore diritto 167">
            <a:extLst>
              <a:ext uri="{FF2B5EF4-FFF2-40B4-BE49-F238E27FC236}">
                <a16:creationId xmlns:a16="http://schemas.microsoft.com/office/drawing/2014/main" id="{59A67B66-D7B5-4873-A69C-F1EEEE5EEAD5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6575571" y="2801922"/>
            <a:ext cx="10663" cy="11421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ttore 2 169">
            <a:extLst>
              <a:ext uri="{FF2B5EF4-FFF2-40B4-BE49-F238E27FC236}">
                <a16:creationId xmlns:a16="http://schemas.microsoft.com/office/drawing/2014/main" id="{883269BB-3770-46D3-9867-65592BEB5DD0}"/>
              </a:ext>
            </a:extLst>
          </p:cNvPr>
          <p:cNvCxnSpPr>
            <a:cxnSpLocks/>
            <a:endCxn id="164" idx="0"/>
          </p:cNvCxnSpPr>
          <p:nvPr/>
        </p:nvCxnSpPr>
        <p:spPr>
          <a:xfrm flipH="1">
            <a:off x="5880862" y="3944040"/>
            <a:ext cx="694708" cy="4097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Connettore a gomito 171">
            <a:extLst>
              <a:ext uri="{FF2B5EF4-FFF2-40B4-BE49-F238E27FC236}">
                <a16:creationId xmlns:a16="http://schemas.microsoft.com/office/drawing/2014/main" id="{50900E57-788D-4E89-AB10-5B4A9B3C50E4}"/>
              </a:ext>
            </a:extLst>
          </p:cNvPr>
          <p:cNvCxnSpPr>
            <a:stCxn id="26" idx="1"/>
            <a:endCxn id="163" idx="0"/>
          </p:cNvCxnSpPr>
          <p:nvPr/>
        </p:nvCxnSpPr>
        <p:spPr>
          <a:xfrm rot="10800000" flipV="1">
            <a:off x="4343264" y="2573321"/>
            <a:ext cx="356670" cy="17732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Connettore 2 174">
            <a:extLst>
              <a:ext uri="{FF2B5EF4-FFF2-40B4-BE49-F238E27FC236}">
                <a16:creationId xmlns:a16="http://schemas.microsoft.com/office/drawing/2014/main" id="{BEF9B73D-4E02-4BF8-8BFB-D10E7050D783}"/>
              </a:ext>
            </a:extLst>
          </p:cNvPr>
          <p:cNvCxnSpPr>
            <a:stCxn id="163" idx="3"/>
            <a:endCxn id="164" idx="1"/>
          </p:cNvCxnSpPr>
          <p:nvPr/>
        </p:nvCxnSpPr>
        <p:spPr>
          <a:xfrm>
            <a:off x="4888548" y="4803747"/>
            <a:ext cx="447030" cy="72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ttangolo 178">
            <a:extLst>
              <a:ext uri="{FF2B5EF4-FFF2-40B4-BE49-F238E27FC236}">
                <a16:creationId xmlns:a16="http://schemas.microsoft.com/office/drawing/2014/main" id="{8E29D689-872B-4E0D-83CD-E253FB4BBB72}"/>
              </a:ext>
            </a:extLst>
          </p:cNvPr>
          <p:cNvSpPr/>
          <p:nvPr/>
        </p:nvSpPr>
        <p:spPr>
          <a:xfrm>
            <a:off x="5469531" y="5594207"/>
            <a:ext cx="1090567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Dettagli ordine (5,3,x)</a:t>
            </a:r>
          </a:p>
        </p:txBody>
      </p:sp>
      <p:sp>
        <p:nvSpPr>
          <p:cNvPr id="184" name="Rettangolo 183">
            <a:extLst>
              <a:ext uri="{FF2B5EF4-FFF2-40B4-BE49-F238E27FC236}">
                <a16:creationId xmlns:a16="http://schemas.microsoft.com/office/drawing/2014/main" id="{618A994F-ADD9-4775-AF88-EDAFC3AD84B0}"/>
              </a:ext>
            </a:extLst>
          </p:cNvPr>
          <p:cNvSpPr/>
          <p:nvPr/>
        </p:nvSpPr>
        <p:spPr>
          <a:xfrm>
            <a:off x="2081985" y="4353806"/>
            <a:ext cx="1149287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Elimina Account</a:t>
            </a:r>
          </a:p>
          <a:p>
            <a:pPr algn="ctr"/>
            <a:r>
              <a:rPr lang="it-IT" dirty="0"/>
              <a:t>(5,5)</a:t>
            </a:r>
          </a:p>
        </p:txBody>
      </p:sp>
      <p:cxnSp>
        <p:nvCxnSpPr>
          <p:cNvPr id="186" name="Connettore 2 185">
            <a:extLst>
              <a:ext uri="{FF2B5EF4-FFF2-40B4-BE49-F238E27FC236}">
                <a16:creationId xmlns:a16="http://schemas.microsoft.com/office/drawing/2014/main" id="{52E3527A-5E4E-46EA-9BCF-9C1CFA4CDE8E}"/>
              </a:ext>
            </a:extLst>
          </p:cNvPr>
          <p:cNvCxnSpPr>
            <a:stCxn id="163" idx="1"/>
            <a:endCxn id="184" idx="3"/>
          </p:cNvCxnSpPr>
          <p:nvPr/>
        </p:nvCxnSpPr>
        <p:spPr>
          <a:xfrm flipH="1">
            <a:off x="3231272" y="4803747"/>
            <a:ext cx="566708" cy="72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Rettangolo 186">
            <a:extLst>
              <a:ext uri="{FF2B5EF4-FFF2-40B4-BE49-F238E27FC236}">
                <a16:creationId xmlns:a16="http://schemas.microsoft.com/office/drawing/2014/main" id="{9F117960-2131-4386-8DBD-E818A4F5FAC0}"/>
              </a:ext>
            </a:extLst>
          </p:cNvPr>
          <p:cNvSpPr/>
          <p:nvPr/>
        </p:nvSpPr>
        <p:spPr>
          <a:xfrm>
            <a:off x="9506688" y="5268206"/>
            <a:ext cx="1173422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Creazione Modulo</a:t>
            </a:r>
          </a:p>
          <a:p>
            <a:pPr algn="ctr"/>
            <a:r>
              <a:rPr lang="it-IT" dirty="0"/>
              <a:t>*</a:t>
            </a:r>
          </a:p>
        </p:txBody>
      </p:sp>
      <p:cxnSp>
        <p:nvCxnSpPr>
          <p:cNvPr id="189" name="Connettore a gomito 188">
            <a:extLst>
              <a:ext uri="{FF2B5EF4-FFF2-40B4-BE49-F238E27FC236}">
                <a16:creationId xmlns:a16="http://schemas.microsoft.com/office/drawing/2014/main" id="{8B1D803D-AD73-4398-823D-900C204102EC}"/>
              </a:ext>
            </a:extLst>
          </p:cNvPr>
          <p:cNvCxnSpPr>
            <a:cxnSpLocks/>
            <a:stCxn id="46" idx="2"/>
            <a:endCxn id="187" idx="0"/>
          </p:cNvCxnSpPr>
          <p:nvPr/>
        </p:nvCxnSpPr>
        <p:spPr>
          <a:xfrm rot="5400000">
            <a:off x="10422658" y="4419796"/>
            <a:ext cx="519152" cy="117766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Connettore a gomito 190">
            <a:extLst>
              <a:ext uri="{FF2B5EF4-FFF2-40B4-BE49-F238E27FC236}">
                <a16:creationId xmlns:a16="http://schemas.microsoft.com/office/drawing/2014/main" id="{6459B0A9-E9CE-4850-B113-CA737F7EED4E}"/>
              </a:ext>
            </a:extLst>
          </p:cNvPr>
          <p:cNvCxnSpPr>
            <a:cxnSpLocks/>
            <a:stCxn id="159" idx="3"/>
            <a:endCxn id="187" idx="0"/>
          </p:cNvCxnSpPr>
          <p:nvPr/>
        </p:nvCxnSpPr>
        <p:spPr>
          <a:xfrm flipV="1">
            <a:off x="8791192" y="5268206"/>
            <a:ext cx="1302207" cy="192862"/>
          </a:xfrm>
          <a:prstGeom prst="bentConnector4">
            <a:avLst>
              <a:gd name="adj1" fmla="val 27472"/>
              <a:gd name="adj2" fmla="val 24023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Connettore a gomito 197">
            <a:extLst>
              <a:ext uri="{FF2B5EF4-FFF2-40B4-BE49-F238E27FC236}">
                <a16:creationId xmlns:a16="http://schemas.microsoft.com/office/drawing/2014/main" id="{7B90683C-526F-47B5-BD52-EF5657D514A3}"/>
              </a:ext>
            </a:extLst>
          </p:cNvPr>
          <p:cNvCxnSpPr>
            <a:cxnSpLocks/>
            <a:stCxn id="45" idx="2"/>
            <a:endCxn id="187" idx="0"/>
          </p:cNvCxnSpPr>
          <p:nvPr/>
        </p:nvCxnSpPr>
        <p:spPr>
          <a:xfrm rot="16200000" flipH="1">
            <a:off x="9633157" y="4807964"/>
            <a:ext cx="514690" cy="4057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Connettore a gomito 201">
            <a:extLst>
              <a:ext uri="{FF2B5EF4-FFF2-40B4-BE49-F238E27FC236}">
                <a16:creationId xmlns:a16="http://schemas.microsoft.com/office/drawing/2014/main" id="{0B274300-E551-4690-9F3A-0B8F1ED10E2B}"/>
              </a:ext>
            </a:extLst>
          </p:cNvPr>
          <p:cNvCxnSpPr>
            <a:stCxn id="164" idx="2"/>
            <a:endCxn id="179" idx="0"/>
          </p:cNvCxnSpPr>
          <p:nvPr/>
        </p:nvCxnSpPr>
        <p:spPr>
          <a:xfrm rot="16200000" flipH="1">
            <a:off x="5784838" y="5364229"/>
            <a:ext cx="326001" cy="13395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Rettangolo 202">
            <a:extLst>
              <a:ext uri="{FF2B5EF4-FFF2-40B4-BE49-F238E27FC236}">
                <a16:creationId xmlns:a16="http://schemas.microsoft.com/office/drawing/2014/main" id="{66813F2F-2587-4C8A-8187-2E8BE2210EFF}"/>
              </a:ext>
            </a:extLst>
          </p:cNvPr>
          <p:cNvSpPr/>
          <p:nvPr/>
        </p:nvSpPr>
        <p:spPr>
          <a:xfrm>
            <a:off x="4083399" y="5594207"/>
            <a:ext cx="1129918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Carica Referto</a:t>
            </a:r>
          </a:p>
          <a:p>
            <a:pPr algn="ctr"/>
            <a:r>
              <a:rPr lang="it-IT" dirty="0"/>
              <a:t>*</a:t>
            </a:r>
          </a:p>
        </p:txBody>
      </p:sp>
      <p:cxnSp>
        <p:nvCxnSpPr>
          <p:cNvPr id="205" name="Connettore a gomito 204">
            <a:extLst>
              <a:ext uri="{FF2B5EF4-FFF2-40B4-BE49-F238E27FC236}">
                <a16:creationId xmlns:a16="http://schemas.microsoft.com/office/drawing/2014/main" id="{D401A42C-20A6-400C-A61D-C832F54240EC}"/>
              </a:ext>
            </a:extLst>
          </p:cNvPr>
          <p:cNvCxnSpPr>
            <a:cxnSpLocks/>
            <a:endCxn id="203" idx="0"/>
          </p:cNvCxnSpPr>
          <p:nvPr/>
        </p:nvCxnSpPr>
        <p:spPr>
          <a:xfrm rot="5400000">
            <a:off x="4469537" y="4982568"/>
            <a:ext cx="790460" cy="432818"/>
          </a:xfrm>
          <a:prstGeom prst="bentConnector3">
            <a:avLst>
              <a:gd name="adj1" fmla="val 6698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Rettangolo 207">
            <a:extLst>
              <a:ext uri="{FF2B5EF4-FFF2-40B4-BE49-F238E27FC236}">
                <a16:creationId xmlns:a16="http://schemas.microsoft.com/office/drawing/2014/main" id="{15027E5C-19E6-47FB-859E-971AE9E93988}"/>
              </a:ext>
            </a:extLst>
          </p:cNvPr>
          <p:cNvSpPr/>
          <p:nvPr/>
        </p:nvSpPr>
        <p:spPr>
          <a:xfrm>
            <a:off x="2723525" y="5610676"/>
            <a:ext cx="1129918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Cambia Stato</a:t>
            </a:r>
          </a:p>
          <a:p>
            <a:pPr algn="ctr"/>
            <a:r>
              <a:rPr lang="it-IT" dirty="0"/>
              <a:t>(</a:t>
            </a:r>
            <a:r>
              <a:rPr lang="it-IT"/>
              <a:t>5,4)</a:t>
            </a:r>
            <a:endParaRPr lang="it-IT" dirty="0"/>
          </a:p>
        </p:txBody>
      </p:sp>
      <p:sp>
        <p:nvSpPr>
          <p:cNvPr id="214" name="Rettangolo 213">
            <a:extLst>
              <a:ext uri="{FF2B5EF4-FFF2-40B4-BE49-F238E27FC236}">
                <a16:creationId xmlns:a16="http://schemas.microsoft.com/office/drawing/2014/main" id="{0D11DECD-9827-406A-8344-D1FEE36D76C1}"/>
              </a:ext>
            </a:extLst>
          </p:cNvPr>
          <p:cNvSpPr/>
          <p:nvPr/>
        </p:nvSpPr>
        <p:spPr>
          <a:xfrm>
            <a:off x="10870792" y="5268204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Carica Modulo *</a:t>
            </a:r>
          </a:p>
        </p:txBody>
      </p:sp>
      <p:cxnSp>
        <p:nvCxnSpPr>
          <p:cNvPr id="219" name="Connettore 2 218">
            <a:extLst>
              <a:ext uri="{FF2B5EF4-FFF2-40B4-BE49-F238E27FC236}">
                <a16:creationId xmlns:a16="http://schemas.microsoft.com/office/drawing/2014/main" id="{9C08D999-4737-472A-952E-2F70A6C64066}"/>
              </a:ext>
            </a:extLst>
          </p:cNvPr>
          <p:cNvCxnSpPr>
            <a:cxnSpLocks/>
            <a:stCxn id="187" idx="3"/>
            <a:endCxn id="214" idx="1"/>
          </p:cNvCxnSpPr>
          <p:nvPr/>
        </p:nvCxnSpPr>
        <p:spPr>
          <a:xfrm flipV="1">
            <a:off x="10680110" y="5725404"/>
            <a:ext cx="190682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ttangolo 6">
            <a:extLst>
              <a:ext uri="{FF2B5EF4-FFF2-40B4-BE49-F238E27FC236}">
                <a16:creationId xmlns:a16="http://schemas.microsoft.com/office/drawing/2014/main" id="{82A1483B-D7FC-4C31-93C6-DC18B65FAA02}"/>
              </a:ext>
            </a:extLst>
          </p:cNvPr>
          <p:cNvSpPr/>
          <p:nvPr/>
        </p:nvSpPr>
        <p:spPr>
          <a:xfrm>
            <a:off x="10063985" y="2718992"/>
            <a:ext cx="1542473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Dettagli pacchetto Standard (3,5)</a:t>
            </a:r>
          </a:p>
        </p:txBody>
      </p:sp>
      <p:cxnSp>
        <p:nvCxnSpPr>
          <p:cNvPr id="20" name="Connettore a gomito 19">
            <a:extLst>
              <a:ext uri="{FF2B5EF4-FFF2-40B4-BE49-F238E27FC236}">
                <a16:creationId xmlns:a16="http://schemas.microsoft.com/office/drawing/2014/main" id="{288A8331-40FA-47BC-8B93-437B5CBD34D8}"/>
              </a:ext>
            </a:extLst>
          </p:cNvPr>
          <p:cNvCxnSpPr>
            <a:cxnSpLocks/>
            <a:stCxn id="46" idx="3"/>
            <a:endCxn id="7" idx="3"/>
          </p:cNvCxnSpPr>
          <p:nvPr/>
        </p:nvCxnSpPr>
        <p:spPr>
          <a:xfrm flipH="1" flipV="1">
            <a:off x="11606458" y="3176192"/>
            <a:ext cx="255568" cy="1170355"/>
          </a:xfrm>
          <a:prstGeom prst="bentConnector3">
            <a:avLst>
              <a:gd name="adj1" fmla="val -8944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a gomito 23">
            <a:extLst>
              <a:ext uri="{FF2B5EF4-FFF2-40B4-BE49-F238E27FC236}">
                <a16:creationId xmlns:a16="http://schemas.microsoft.com/office/drawing/2014/main" id="{A6637C3F-3328-4AD7-8FB0-D3E188D0A225}"/>
              </a:ext>
            </a:extLst>
          </p:cNvPr>
          <p:cNvCxnSpPr>
            <a:stCxn id="58" idx="2"/>
            <a:endCxn id="44" idx="0"/>
          </p:cNvCxnSpPr>
          <p:nvPr/>
        </p:nvCxnSpPr>
        <p:spPr>
          <a:xfrm rot="5400000">
            <a:off x="8000686" y="3731444"/>
            <a:ext cx="321201" cy="11291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ttore a gomito 28">
            <a:extLst>
              <a:ext uri="{FF2B5EF4-FFF2-40B4-BE49-F238E27FC236}">
                <a16:creationId xmlns:a16="http://schemas.microsoft.com/office/drawing/2014/main" id="{AC84DEBD-82E9-423A-BCF1-E9232E862047}"/>
              </a:ext>
            </a:extLst>
          </p:cNvPr>
          <p:cNvCxnSpPr>
            <a:cxnSpLocks/>
            <a:stCxn id="58" idx="2"/>
            <a:endCxn id="45" idx="0"/>
          </p:cNvCxnSpPr>
          <p:nvPr/>
        </p:nvCxnSpPr>
        <p:spPr>
          <a:xfrm rot="16200000" flipH="1">
            <a:off x="8792074" y="3052971"/>
            <a:ext cx="321200" cy="146986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ttore a gomito 31">
            <a:extLst>
              <a:ext uri="{FF2B5EF4-FFF2-40B4-BE49-F238E27FC236}">
                <a16:creationId xmlns:a16="http://schemas.microsoft.com/office/drawing/2014/main" id="{86B7EA9D-4C54-4CC4-815E-5FDC962EEE8F}"/>
              </a:ext>
            </a:extLst>
          </p:cNvPr>
          <p:cNvCxnSpPr>
            <a:stCxn id="58" idx="2"/>
            <a:endCxn id="46" idx="0"/>
          </p:cNvCxnSpPr>
          <p:nvPr/>
        </p:nvCxnSpPr>
        <p:spPr>
          <a:xfrm rot="16200000" flipH="1">
            <a:off x="9586037" y="2259009"/>
            <a:ext cx="316738" cy="305332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ttore diritto 41">
            <a:extLst>
              <a:ext uri="{FF2B5EF4-FFF2-40B4-BE49-F238E27FC236}">
                <a16:creationId xmlns:a16="http://schemas.microsoft.com/office/drawing/2014/main" id="{7C1DA8DB-4B4E-44C2-8E86-F98C0FE13905}"/>
              </a:ext>
            </a:extLst>
          </p:cNvPr>
          <p:cNvCxnSpPr/>
          <p:nvPr/>
        </p:nvCxnSpPr>
        <p:spPr>
          <a:xfrm>
            <a:off x="5083728" y="4803747"/>
            <a:ext cx="0" cy="5316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ttore diritto 46">
            <a:extLst>
              <a:ext uri="{FF2B5EF4-FFF2-40B4-BE49-F238E27FC236}">
                <a16:creationId xmlns:a16="http://schemas.microsoft.com/office/drawing/2014/main" id="{BFFBE432-0EAF-4CBA-AEBB-533B4E67C47F}"/>
              </a:ext>
            </a:extLst>
          </p:cNvPr>
          <p:cNvCxnSpPr/>
          <p:nvPr/>
        </p:nvCxnSpPr>
        <p:spPr>
          <a:xfrm flipH="1">
            <a:off x="3296873" y="5335398"/>
            <a:ext cx="177007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ttore 2 48">
            <a:extLst>
              <a:ext uri="{FF2B5EF4-FFF2-40B4-BE49-F238E27FC236}">
                <a16:creationId xmlns:a16="http://schemas.microsoft.com/office/drawing/2014/main" id="{5C34D4C8-BA93-44E6-9223-2C07F0462C05}"/>
              </a:ext>
            </a:extLst>
          </p:cNvPr>
          <p:cNvCxnSpPr>
            <a:cxnSpLocks/>
            <a:endCxn id="208" idx="0"/>
          </p:cNvCxnSpPr>
          <p:nvPr/>
        </p:nvCxnSpPr>
        <p:spPr>
          <a:xfrm flipH="1">
            <a:off x="3288484" y="5335398"/>
            <a:ext cx="8388" cy="275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698586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590</TotalTime>
  <Words>230</Words>
  <Application>Microsoft Office PowerPoint</Application>
  <PresentationFormat>Widescreen</PresentationFormat>
  <Paragraphs>80</Paragraphs>
  <Slides>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Tema di Office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MATTIA PREZIUSO</dc:creator>
  <cp:lastModifiedBy>MATTIA PREZIUSO</cp:lastModifiedBy>
  <cp:revision>26</cp:revision>
  <dcterms:created xsi:type="dcterms:W3CDTF">2021-01-30T11:07:35Z</dcterms:created>
  <dcterms:modified xsi:type="dcterms:W3CDTF">2021-02-04T17:04:49Z</dcterms:modified>
</cp:coreProperties>
</file>