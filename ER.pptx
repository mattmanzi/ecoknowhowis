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TIA PREZIUSO" initials="MP" lastIdx="1" clrIdx="0">
    <p:extLst>
      <p:ext uri="{19B8F6BF-5375-455C-9EA6-DF929625EA0E}">
        <p15:presenceInfo xmlns:p15="http://schemas.microsoft.com/office/powerpoint/2012/main" userId="MATTIA PREZIUS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70A858-1289-4601-9D11-06CE816BB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57602BD-6FE3-446D-A366-530BD7250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991CFD8-AC93-4AA4-9BE2-2C934B653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B88C-E182-4197-912C-B8EA12A158EE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A0E872-C4D5-48AD-9CC4-9178FCB3A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9C617B-412C-49B1-BE17-67B7D157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CA3C-2244-4EDD-8196-AC358B64F2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155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1959E6-AA55-46CC-A502-8BD9F4086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128AEA-4B7E-41DF-95AD-330D3579D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FC12BA-E7CA-480F-9DC6-F840C985A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B88C-E182-4197-912C-B8EA12A158EE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D61C7E-72AD-4E42-ABEA-4C117583B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340792-9E66-4979-90B1-7CD93338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CA3C-2244-4EDD-8196-AC358B64F2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487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CA9789-FE85-4D60-B544-465786E7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7AF9879-3623-4162-81E3-1547D187E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17EA556-BC6A-4A36-AA71-58BDA8FF7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B88C-E182-4197-912C-B8EA12A158EE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53F312-1082-4E06-9417-6600319C8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7B09ADB-F152-45C0-B118-94616AA88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CA3C-2244-4EDD-8196-AC358B64F2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992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6C9FEE-A64B-4FB0-B1DC-9ECDDC5FA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CD8921-D9AF-4B53-B37E-9AB62C1565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D4126BC-BC2A-4150-A4A8-7634584AB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574BD9B-0B71-46AE-A620-5680031E7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B88C-E182-4197-912C-B8EA12A158EE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A58DE17-2191-4E14-96C1-E64A95FA9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8104C0A-5180-458A-815C-F50BAED7D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CA3C-2244-4EDD-8196-AC358B64F2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757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C5965A-7483-402B-9A99-D3B0D6167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3FC6318-37E2-493F-B675-93700351C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AF4F0AC-1A9E-44D1-AAE8-444BC7990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DA07908-EB5C-4F64-8354-AD2722296E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C501C76-4F01-4701-8152-C9F10C5136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A457571-3F2A-4A65-974F-13D09B57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B88C-E182-4197-912C-B8EA12A158EE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A3C57ED-45C2-4C4C-A4D8-FA5BE542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FC26B23-AB3C-405F-90F5-D07F53F82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CA3C-2244-4EDD-8196-AC358B64F2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087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E7A7AC-03D7-4C9B-A852-138955652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6C2165F-33D7-409F-8B91-ECAC25AE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B88C-E182-4197-912C-B8EA12A158EE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4F96B2C-19C7-4BA6-86F7-10AB7002F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1B312E2-C0CD-4B49-9A60-633A555C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CA3C-2244-4EDD-8196-AC358B64F2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3761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0680FDD-9293-43B6-B381-AF5E1CA29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B88C-E182-4197-912C-B8EA12A158EE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5457C0-49CF-4580-BE2F-71F7211D2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7FBD937-7B99-4801-9EDA-BFABADF53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CA3C-2244-4EDD-8196-AC358B64F2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3166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A6EE0A-6010-4BB6-A7CD-5B12A20C7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0AC356-1BDB-425E-AC99-5C5B231F7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CDE925B-D67E-44D3-B903-2DB023A65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A09DFDC-75E0-4E32-9AD4-E423660A4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B88C-E182-4197-912C-B8EA12A158EE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C5E6C19-000A-4343-AFA5-B7F7965BC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A117BDC-94C2-4411-AAE3-0BF63FD71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CA3C-2244-4EDD-8196-AC358B64F2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7171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8A2DD0-1771-496B-8C27-E1EF4AC0F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B943AD2-99AF-4C55-B88C-F6700D0DCA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FC0CFD7-7640-42C9-8296-4C8F69F09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A5B99B5-B54E-4A1F-B2E0-A8B817A8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B88C-E182-4197-912C-B8EA12A158EE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FD0582F-BE02-4ED3-B8A9-2595169F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AFD803B-BB6C-4832-B244-F20604EE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CA3C-2244-4EDD-8196-AC358B64F2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6810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42C745-FB4A-40DD-A9C6-556860A4F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27A72B0-0191-4FDC-B479-3276417C5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5C98928-77CF-4088-973E-2CFE179C2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B88C-E182-4197-912C-B8EA12A158EE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1AD9133-120E-445D-BBB8-0CD5FD80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3822C4B-E217-4D49-87D7-1C8BBFEC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CA3C-2244-4EDD-8196-AC358B64F2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0406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D2AE40A-E42C-4BE5-9512-82FE558B4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63E32C0-1497-4413-BAE7-F4009F129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98EB77B-839D-4A57-B245-D4C365F4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B88C-E182-4197-912C-B8EA12A158EE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940417-493A-4AA6-8104-6BD18CB6A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D93A6B-0840-4B4D-A4FE-956C75E3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ECA3C-2244-4EDD-8196-AC358B64F2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1820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135ADE5-F653-4E12-9883-DAC2BECA7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AA9A09-B6F2-4D65-93B5-096FBCE65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15474E-ABE0-444D-9E12-D5D9821043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0B88C-E182-4197-912C-B8EA12A158EE}" type="datetimeFigureOut">
              <a:rPr lang="it-IT" smtClean="0"/>
              <a:t>22/02/2021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BAD7E1A-6B53-44A4-ACA4-C5A47F174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55291AC-027A-440B-B918-A8CBE4865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ECA3C-2244-4EDD-8196-AC358B64F2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9370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4E186080-0822-4F56-BFE5-04643B067B9E}"/>
              </a:ext>
            </a:extLst>
          </p:cNvPr>
          <p:cNvSpPr/>
          <p:nvPr/>
        </p:nvSpPr>
        <p:spPr>
          <a:xfrm>
            <a:off x="5307492" y="2988450"/>
            <a:ext cx="1328199" cy="66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Piano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80F82E1-E8C2-4A4E-A584-D161B6BB4EBD}"/>
              </a:ext>
            </a:extLst>
          </p:cNvPr>
          <p:cNvSpPr/>
          <p:nvPr/>
        </p:nvSpPr>
        <p:spPr>
          <a:xfrm>
            <a:off x="5307492" y="1037024"/>
            <a:ext cx="1328199" cy="66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Pacchetto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35EC98A-3EBE-46A9-B338-B7EA9B7DDB97}"/>
              </a:ext>
            </a:extLst>
          </p:cNvPr>
          <p:cNvSpPr/>
          <p:nvPr/>
        </p:nvSpPr>
        <p:spPr>
          <a:xfrm>
            <a:off x="6625930" y="211123"/>
            <a:ext cx="1328199" cy="598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Standard</a:t>
            </a:r>
          </a:p>
        </p:txBody>
      </p:sp>
      <p:sp>
        <p:nvSpPr>
          <p:cNvPr id="6" name="Decisione 5">
            <a:extLst>
              <a:ext uri="{FF2B5EF4-FFF2-40B4-BE49-F238E27FC236}">
                <a16:creationId xmlns:a16="http://schemas.microsoft.com/office/drawing/2014/main" id="{BDAF9BC2-FA18-4723-A835-11A62F794118}"/>
              </a:ext>
            </a:extLst>
          </p:cNvPr>
          <p:cNvSpPr/>
          <p:nvPr/>
        </p:nvSpPr>
        <p:spPr>
          <a:xfrm>
            <a:off x="5073969" y="2012737"/>
            <a:ext cx="1795243" cy="660761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Comprende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B737DF41-57A0-47A4-A5EF-09B7194D8EF5}"/>
              </a:ext>
            </a:extLst>
          </p:cNvPr>
          <p:cNvSpPr/>
          <p:nvPr/>
        </p:nvSpPr>
        <p:spPr>
          <a:xfrm>
            <a:off x="3937346" y="211124"/>
            <a:ext cx="1328199" cy="598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Analitico</a:t>
            </a:r>
          </a:p>
        </p:txBody>
      </p:sp>
      <p:cxnSp>
        <p:nvCxnSpPr>
          <p:cNvPr id="11" name="Connettore a gomito 10">
            <a:extLst>
              <a:ext uri="{FF2B5EF4-FFF2-40B4-BE49-F238E27FC236}">
                <a16:creationId xmlns:a16="http://schemas.microsoft.com/office/drawing/2014/main" id="{1BA34967-3838-412F-A681-9FAE0871B7A1}"/>
              </a:ext>
            </a:extLst>
          </p:cNvPr>
          <p:cNvCxnSpPr>
            <a:stCxn id="19" idx="3"/>
            <a:endCxn id="3" idx="0"/>
          </p:cNvCxnSpPr>
          <p:nvPr/>
        </p:nvCxnSpPr>
        <p:spPr>
          <a:xfrm>
            <a:off x="5265545" y="510538"/>
            <a:ext cx="706047" cy="5264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a gomito 15">
            <a:extLst>
              <a:ext uri="{FF2B5EF4-FFF2-40B4-BE49-F238E27FC236}">
                <a16:creationId xmlns:a16="http://schemas.microsoft.com/office/drawing/2014/main" id="{901B3EF3-E78D-43E3-BF50-EEF3F252619D}"/>
              </a:ext>
            </a:extLst>
          </p:cNvPr>
          <p:cNvCxnSpPr>
            <a:stCxn id="4" idx="1"/>
            <a:endCxn id="3" idx="0"/>
          </p:cNvCxnSpPr>
          <p:nvPr/>
        </p:nvCxnSpPr>
        <p:spPr>
          <a:xfrm rot="10800000" flipV="1">
            <a:off x="5971592" y="510536"/>
            <a:ext cx="654338" cy="5264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0C79696A-14CA-4722-B89A-CCA1D786854D}"/>
              </a:ext>
            </a:extLst>
          </p:cNvPr>
          <p:cNvCxnSpPr>
            <a:stCxn id="3" idx="2"/>
            <a:endCxn id="6" idx="0"/>
          </p:cNvCxnSpPr>
          <p:nvPr/>
        </p:nvCxnSpPr>
        <p:spPr>
          <a:xfrm flipH="1">
            <a:off x="5971591" y="1697785"/>
            <a:ext cx="1" cy="314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98F19B76-7965-4C3E-A9B6-ECE9DD1E7ECC}"/>
              </a:ext>
            </a:extLst>
          </p:cNvPr>
          <p:cNvCxnSpPr>
            <a:stCxn id="6" idx="2"/>
            <a:endCxn id="2" idx="0"/>
          </p:cNvCxnSpPr>
          <p:nvPr/>
        </p:nvCxnSpPr>
        <p:spPr>
          <a:xfrm>
            <a:off x="5971591" y="2673498"/>
            <a:ext cx="1" cy="314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33506AAF-DF19-4F10-8537-C4012630A5C2}"/>
              </a:ext>
            </a:extLst>
          </p:cNvPr>
          <p:cNvSpPr/>
          <p:nvPr/>
        </p:nvSpPr>
        <p:spPr>
          <a:xfrm>
            <a:off x="8724551" y="1067989"/>
            <a:ext cx="1328200" cy="5988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parametri</a:t>
            </a:r>
          </a:p>
        </p:txBody>
      </p:sp>
      <p:sp>
        <p:nvSpPr>
          <p:cNvPr id="23" name="Decisione 22">
            <a:extLst>
              <a:ext uri="{FF2B5EF4-FFF2-40B4-BE49-F238E27FC236}">
                <a16:creationId xmlns:a16="http://schemas.microsoft.com/office/drawing/2014/main" id="{30671357-8BEA-4423-8C1F-ED433A434EA4}"/>
              </a:ext>
            </a:extLst>
          </p:cNvPr>
          <p:cNvSpPr/>
          <p:nvPr/>
        </p:nvSpPr>
        <p:spPr>
          <a:xfrm>
            <a:off x="6915351" y="1037023"/>
            <a:ext cx="1544946" cy="660761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Composto da</a:t>
            </a:r>
          </a:p>
        </p:txBody>
      </p: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6A7BDDF6-4125-439A-AB3F-6C418BB69ABB}"/>
              </a:ext>
            </a:extLst>
          </p:cNvPr>
          <p:cNvCxnSpPr>
            <a:stCxn id="3" idx="3"/>
            <a:endCxn id="23" idx="1"/>
          </p:cNvCxnSpPr>
          <p:nvPr/>
        </p:nvCxnSpPr>
        <p:spPr>
          <a:xfrm flipV="1">
            <a:off x="6635691" y="1367404"/>
            <a:ext cx="2796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8E470933-D3E3-491A-9481-C56544BCCE60}"/>
              </a:ext>
            </a:extLst>
          </p:cNvPr>
          <p:cNvCxnSpPr>
            <a:stCxn id="23" idx="3"/>
            <a:endCxn id="22" idx="1"/>
          </p:cNvCxnSpPr>
          <p:nvPr/>
        </p:nvCxnSpPr>
        <p:spPr>
          <a:xfrm flipV="1">
            <a:off x="8460297" y="1367403"/>
            <a:ext cx="26425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ecisione 34">
            <a:extLst>
              <a:ext uri="{FF2B5EF4-FFF2-40B4-BE49-F238E27FC236}">
                <a16:creationId xmlns:a16="http://schemas.microsoft.com/office/drawing/2014/main" id="{E7883CE2-7D80-4D49-81FE-C31ECA5FDBE7}"/>
              </a:ext>
            </a:extLst>
          </p:cNvPr>
          <p:cNvSpPr/>
          <p:nvPr/>
        </p:nvSpPr>
        <p:spPr>
          <a:xfrm>
            <a:off x="8637838" y="2012737"/>
            <a:ext cx="1501623" cy="660761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Contenuto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0EBDA5D6-E903-437C-AE81-630E0DD32349}"/>
              </a:ext>
            </a:extLst>
          </p:cNvPr>
          <p:cNvSpPr/>
          <p:nvPr/>
        </p:nvSpPr>
        <p:spPr>
          <a:xfrm>
            <a:off x="8724552" y="2934907"/>
            <a:ext cx="1328199" cy="66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Matrice</a:t>
            </a:r>
          </a:p>
        </p:txBody>
      </p: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5775F467-1C48-4D8C-92CD-1C138C7F7FC3}"/>
              </a:ext>
            </a:extLst>
          </p:cNvPr>
          <p:cNvCxnSpPr>
            <a:stCxn id="22" idx="2"/>
            <a:endCxn id="35" idx="0"/>
          </p:cNvCxnSpPr>
          <p:nvPr/>
        </p:nvCxnSpPr>
        <p:spPr>
          <a:xfrm flipH="1">
            <a:off x="9388650" y="1666816"/>
            <a:ext cx="1" cy="3459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diritto 39">
            <a:extLst>
              <a:ext uri="{FF2B5EF4-FFF2-40B4-BE49-F238E27FC236}">
                <a16:creationId xmlns:a16="http://schemas.microsoft.com/office/drawing/2014/main" id="{B9E4A16D-E8CE-4507-B51B-74B4D8E1B22E}"/>
              </a:ext>
            </a:extLst>
          </p:cNvPr>
          <p:cNvCxnSpPr>
            <a:stCxn id="36" idx="0"/>
            <a:endCxn id="35" idx="2"/>
          </p:cNvCxnSpPr>
          <p:nvPr/>
        </p:nvCxnSpPr>
        <p:spPr>
          <a:xfrm flipH="1" flipV="1">
            <a:off x="9388650" y="2673498"/>
            <a:ext cx="2" cy="26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ecisione 41">
            <a:extLst>
              <a:ext uri="{FF2B5EF4-FFF2-40B4-BE49-F238E27FC236}">
                <a16:creationId xmlns:a16="http://schemas.microsoft.com/office/drawing/2014/main" id="{52EFEA4D-668A-4E91-BD39-0B4CFF390323}"/>
              </a:ext>
            </a:extLst>
          </p:cNvPr>
          <p:cNvSpPr/>
          <p:nvPr/>
        </p:nvSpPr>
        <p:spPr>
          <a:xfrm>
            <a:off x="2818286" y="2389622"/>
            <a:ext cx="1499394" cy="59882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Crea</a:t>
            </a:r>
          </a:p>
        </p:txBody>
      </p:sp>
      <p:cxnSp>
        <p:nvCxnSpPr>
          <p:cNvPr id="44" name="Connettore diritto 43">
            <a:extLst>
              <a:ext uri="{FF2B5EF4-FFF2-40B4-BE49-F238E27FC236}">
                <a16:creationId xmlns:a16="http://schemas.microsoft.com/office/drawing/2014/main" id="{F0DACDBB-79FC-4540-81BC-4A7BA9F3F9B6}"/>
              </a:ext>
            </a:extLst>
          </p:cNvPr>
          <p:cNvCxnSpPr>
            <a:stCxn id="42" idx="3"/>
            <a:endCxn id="2" idx="1"/>
          </p:cNvCxnSpPr>
          <p:nvPr/>
        </p:nvCxnSpPr>
        <p:spPr>
          <a:xfrm>
            <a:off x="4317680" y="2689036"/>
            <a:ext cx="989812" cy="6297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ttangolo 44">
            <a:extLst>
              <a:ext uri="{FF2B5EF4-FFF2-40B4-BE49-F238E27FC236}">
                <a16:creationId xmlns:a16="http://schemas.microsoft.com/office/drawing/2014/main" id="{ECF47FA8-A633-46D8-81F7-40A69A741B8F}"/>
              </a:ext>
            </a:extLst>
          </p:cNvPr>
          <p:cNvSpPr/>
          <p:nvPr/>
        </p:nvSpPr>
        <p:spPr>
          <a:xfrm>
            <a:off x="522663" y="2358655"/>
            <a:ext cx="1210922" cy="66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Cliente</a:t>
            </a:r>
          </a:p>
        </p:txBody>
      </p:sp>
      <p:cxnSp>
        <p:nvCxnSpPr>
          <p:cNvPr id="47" name="Connettore diritto 46">
            <a:extLst>
              <a:ext uri="{FF2B5EF4-FFF2-40B4-BE49-F238E27FC236}">
                <a16:creationId xmlns:a16="http://schemas.microsoft.com/office/drawing/2014/main" id="{BADA4D64-2E84-46BA-B195-FEE43C883212}"/>
              </a:ext>
            </a:extLst>
          </p:cNvPr>
          <p:cNvCxnSpPr>
            <a:cxnSpLocks/>
            <a:stCxn id="45" idx="3"/>
            <a:endCxn id="42" idx="1"/>
          </p:cNvCxnSpPr>
          <p:nvPr/>
        </p:nvCxnSpPr>
        <p:spPr>
          <a:xfrm>
            <a:off x="1733585" y="2689036"/>
            <a:ext cx="10847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ttangolo 48">
            <a:extLst>
              <a:ext uri="{FF2B5EF4-FFF2-40B4-BE49-F238E27FC236}">
                <a16:creationId xmlns:a16="http://schemas.microsoft.com/office/drawing/2014/main" id="{5D53F661-5B08-4EB4-BC0C-A13AC5CDE21E}"/>
              </a:ext>
            </a:extLst>
          </p:cNvPr>
          <p:cNvSpPr/>
          <p:nvPr/>
        </p:nvSpPr>
        <p:spPr>
          <a:xfrm>
            <a:off x="446070" y="3985244"/>
            <a:ext cx="1677798" cy="8137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Amministratore</a:t>
            </a:r>
          </a:p>
        </p:txBody>
      </p:sp>
      <p:sp>
        <p:nvSpPr>
          <p:cNvPr id="55" name="Decisione 54">
            <a:extLst>
              <a:ext uri="{FF2B5EF4-FFF2-40B4-BE49-F238E27FC236}">
                <a16:creationId xmlns:a16="http://schemas.microsoft.com/office/drawing/2014/main" id="{42576319-D05B-49CB-A202-E9319ACC3460}"/>
              </a:ext>
            </a:extLst>
          </p:cNvPr>
          <p:cNvSpPr/>
          <p:nvPr/>
        </p:nvSpPr>
        <p:spPr>
          <a:xfrm>
            <a:off x="2818286" y="4092696"/>
            <a:ext cx="1499394" cy="59882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Convalida</a:t>
            </a:r>
          </a:p>
        </p:txBody>
      </p:sp>
      <p:cxnSp>
        <p:nvCxnSpPr>
          <p:cNvPr id="52" name="Connettore diritto 51">
            <a:extLst>
              <a:ext uri="{FF2B5EF4-FFF2-40B4-BE49-F238E27FC236}">
                <a16:creationId xmlns:a16="http://schemas.microsoft.com/office/drawing/2014/main" id="{E7783870-CA98-4B96-A4AF-1A96401CE1D8}"/>
              </a:ext>
            </a:extLst>
          </p:cNvPr>
          <p:cNvCxnSpPr>
            <a:cxnSpLocks/>
            <a:stCxn id="55" idx="3"/>
            <a:endCxn id="2" idx="1"/>
          </p:cNvCxnSpPr>
          <p:nvPr/>
        </p:nvCxnSpPr>
        <p:spPr>
          <a:xfrm flipV="1">
            <a:off x="4317680" y="3318831"/>
            <a:ext cx="989812" cy="10732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diritto 55">
            <a:extLst>
              <a:ext uri="{FF2B5EF4-FFF2-40B4-BE49-F238E27FC236}">
                <a16:creationId xmlns:a16="http://schemas.microsoft.com/office/drawing/2014/main" id="{A810D5C5-3207-44A1-B829-FB0764DD626C}"/>
              </a:ext>
            </a:extLst>
          </p:cNvPr>
          <p:cNvCxnSpPr>
            <a:stCxn id="55" idx="1"/>
            <a:endCxn id="49" idx="3"/>
          </p:cNvCxnSpPr>
          <p:nvPr/>
        </p:nvCxnSpPr>
        <p:spPr>
          <a:xfrm flipH="1">
            <a:off x="2123868" y="4392110"/>
            <a:ext cx="6944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887F59D2-6042-49B6-9D26-3675BCD40E2F}"/>
              </a:ext>
            </a:extLst>
          </p:cNvPr>
          <p:cNvSpPr txBox="1"/>
          <p:nvPr/>
        </p:nvSpPr>
        <p:spPr>
          <a:xfrm>
            <a:off x="1772153" y="2460709"/>
            <a:ext cx="560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1,N</a:t>
            </a:r>
          </a:p>
        </p:txBody>
      </p: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77A280C0-F7B3-4BAA-A6EB-1A54B7A514EF}"/>
              </a:ext>
            </a:extLst>
          </p:cNvPr>
          <p:cNvSpPr txBox="1"/>
          <p:nvPr/>
        </p:nvSpPr>
        <p:spPr>
          <a:xfrm rot="2014484">
            <a:off x="4864248" y="2933588"/>
            <a:ext cx="560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1,N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71620682-394A-4B76-B39F-3FB579057421}"/>
              </a:ext>
            </a:extLst>
          </p:cNvPr>
          <p:cNvSpPr txBox="1"/>
          <p:nvPr/>
        </p:nvSpPr>
        <p:spPr>
          <a:xfrm>
            <a:off x="5954958" y="2680673"/>
            <a:ext cx="560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1,?</a:t>
            </a:r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2537640A-DA26-4494-87D6-E01B3BAFC7A1}"/>
              </a:ext>
            </a:extLst>
          </p:cNvPr>
          <p:cNvSpPr txBox="1"/>
          <p:nvPr/>
        </p:nvSpPr>
        <p:spPr>
          <a:xfrm>
            <a:off x="5907086" y="1642868"/>
            <a:ext cx="560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1,1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44F82FDC-1E9F-4ADC-8970-A9D56323EBEC}"/>
              </a:ext>
            </a:extLst>
          </p:cNvPr>
          <p:cNvSpPr txBox="1"/>
          <p:nvPr/>
        </p:nvSpPr>
        <p:spPr>
          <a:xfrm>
            <a:off x="6571325" y="1117727"/>
            <a:ext cx="560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1,N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5388599D-4543-46C9-ABD6-45DA31031223}"/>
              </a:ext>
            </a:extLst>
          </p:cNvPr>
          <p:cNvSpPr txBox="1"/>
          <p:nvPr/>
        </p:nvSpPr>
        <p:spPr>
          <a:xfrm>
            <a:off x="8357452" y="1117726"/>
            <a:ext cx="560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1,N</a:t>
            </a: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10FD5B9D-FEFF-4E4A-AC3C-EABB20CABF6F}"/>
              </a:ext>
            </a:extLst>
          </p:cNvPr>
          <p:cNvSpPr txBox="1"/>
          <p:nvPr/>
        </p:nvSpPr>
        <p:spPr>
          <a:xfrm>
            <a:off x="9340777" y="1621742"/>
            <a:ext cx="560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1,1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743E1683-F139-4995-905E-0C62DF8D2271}"/>
              </a:ext>
            </a:extLst>
          </p:cNvPr>
          <p:cNvSpPr txBox="1"/>
          <p:nvPr/>
        </p:nvSpPr>
        <p:spPr>
          <a:xfrm>
            <a:off x="9351917" y="2673498"/>
            <a:ext cx="560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1,N</a:t>
            </a:r>
          </a:p>
        </p:txBody>
      </p:sp>
    </p:spTree>
    <p:extLst>
      <p:ext uri="{BB962C8B-B14F-4D97-AF65-F5344CB8AC3E}">
        <p14:creationId xmlns:p14="http://schemas.microsoft.com/office/powerpoint/2010/main" val="253672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5509C62-4BA3-4870-AC3D-4F99077C81F3}"/>
              </a:ext>
            </a:extLst>
          </p:cNvPr>
          <p:cNvSpPr/>
          <p:nvPr/>
        </p:nvSpPr>
        <p:spPr>
          <a:xfrm>
            <a:off x="796954" y="707217"/>
            <a:ext cx="1482650" cy="7609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Crea il tuo piano analitico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36F846C-9FCB-41B2-A278-B54C664A3DB2}"/>
              </a:ext>
            </a:extLst>
          </p:cNvPr>
          <p:cNvSpPr/>
          <p:nvPr/>
        </p:nvSpPr>
        <p:spPr>
          <a:xfrm>
            <a:off x="3503417" y="704524"/>
            <a:ext cx="1742112" cy="7609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Indicare la matrice da analizzare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8476F1D-77F1-4E92-A687-061CC9E1795A}"/>
              </a:ext>
            </a:extLst>
          </p:cNvPr>
          <p:cNvSpPr/>
          <p:nvPr/>
        </p:nvSpPr>
        <p:spPr>
          <a:xfrm>
            <a:off x="4578590" y="1822794"/>
            <a:ext cx="1742112" cy="505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acque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0479522-08A7-409B-9891-DD16E5415049}"/>
              </a:ext>
            </a:extLst>
          </p:cNvPr>
          <p:cNvSpPr/>
          <p:nvPr/>
        </p:nvSpPr>
        <p:spPr>
          <a:xfrm>
            <a:off x="4590964" y="2666346"/>
            <a:ext cx="1742112" cy="505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rifiuti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0B8DC54-D42F-4FCC-8E46-C17E08B8B694}"/>
              </a:ext>
            </a:extLst>
          </p:cNvPr>
          <p:cNvSpPr/>
          <p:nvPr/>
        </p:nvSpPr>
        <p:spPr>
          <a:xfrm>
            <a:off x="4578590" y="3509898"/>
            <a:ext cx="1742112" cy="505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terreni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C7F95A9-D09B-4BC2-936F-A0BA45725040}"/>
              </a:ext>
            </a:extLst>
          </p:cNvPr>
          <p:cNvSpPr/>
          <p:nvPr/>
        </p:nvSpPr>
        <p:spPr>
          <a:xfrm>
            <a:off x="7166980" y="2450329"/>
            <a:ext cx="1742112" cy="937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Componi il pacchetto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B67B5F1-F6B8-48A3-B148-9302C4AD190F}"/>
              </a:ext>
            </a:extLst>
          </p:cNvPr>
          <p:cNvSpPr/>
          <p:nvPr/>
        </p:nvSpPr>
        <p:spPr>
          <a:xfrm>
            <a:off x="8225617" y="704524"/>
            <a:ext cx="1742112" cy="7978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Seleziona pacchetto standard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5542F100-1B66-4693-ABDF-F3F03A7D77E6}"/>
              </a:ext>
            </a:extLst>
          </p:cNvPr>
          <p:cNvSpPr/>
          <p:nvPr/>
        </p:nvSpPr>
        <p:spPr>
          <a:xfrm>
            <a:off x="6150902" y="704524"/>
            <a:ext cx="1742112" cy="796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Parametri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CF272E3-DD3F-42F8-B97A-A99C939C2B54}"/>
              </a:ext>
            </a:extLst>
          </p:cNvPr>
          <p:cNvSpPr/>
          <p:nvPr/>
        </p:nvSpPr>
        <p:spPr>
          <a:xfrm>
            <a:off x="9755370" y="2450329"/>
            <a:ext cx="1862356" cy="937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Compila modulo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980E0187-8971-4C72-9175-107D21C2FFEF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2279604" y="1085021"/>
            <a:ext cx="1223813" cy="2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a gomito 22">
            <a:extLst>
              <a:ext uri="{FF2B5EF4-FFF2-40B4-BE49-F238E27FC236}">
                <a16:creationId xmlns:a16="http://schemas.microsoft.com/office/drawing/2014/main" id="{12BEE083-5226-446A-BA02-F3451F1072A1}"/>
              </a:ext>
            </a:extLst>
          </p:cNvPr>
          <p:cNvCxnSpPr>
            <a:stCxn id="5" idx="2"/>
            <a:endCxn id="6" idx="1"/>
          </p:cNvCxnSpPr>
          <p:nvPr/>
        </p:nvCxnSpPr>
        <p:spPr>
          <a:xfrm rot="16200000" flipH="1">
            <a:off x="4171534" y="1668456"/>
            <a:ext cx="609995" cy="2041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a gomito 24">
            <a:extLst>
              <a:ext uri="{FF2B5EF4-FFF2-40B4-BE49-F238E27FC236}">
                <a16:creationId xmlns:a16="http://schemas.microsoft.com/office/drawing/2014/main" id="{1CA1E959-FCD9-48DD-8161-0FE20ACA0897}"/>
              </a:ext>
            </a:extLst>
          </p:cNvPr>
          <p:cNvCxnSpPr>
            <a:stCxn id="5" idx="2"/>
            <a:endCxn id="7" idx="1"/>
          </p:cNvCxnSpPr>
          <p:nvPr/>
        </p:nvCxnSpPr>
        <p:spPr>
          <a:xfrm rot="16200000" flipH="1">
            <a:off x="3755945" y="2084045"/>
            <a:ext cx="1453547" cy="2164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a gomito 26">
            <a:extLst>
              <a:ext uri="{FF2B5EF4-FFF2-40B4-BE49-F238E27FC236}">
                <a16:creationId xmlns:a16="http://schemas.microsoft.com/office/drawing/2014/main" id="{32038130-BC7F-43B4-B046-0043B7F6A680}"/>
              </a:ext>
            </a:extLst>
          </p:cNvPr>
          <p:cNvCxnSpPr>
            <a:stCxn id="5" idx="2"/>
            <a:endCxn id="8" idx="1"/>
          </p:cNvCxnSpPr>
          <p:nvPr/>
        </p:nvCxnSpPr>
        <p:spPr>
          <a:xfrm rot="16200000" flipH="1">
            <a:off x="3327982" y="2512008"/>
            <a:ext cx="2297099" cy="2041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a gomito 32">
            <a:extLst>
              <a:ext uri="{FF2B5EF4-FFF2-40B4-BE49-F238E27FC236}">
                <a16:creationId xmlns:a16="http://schemas.microsoft.com/office/drawing/2014/main" id="{B768B669-5980-45AE-B33C-BBF7C7BC78B9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6320702" y="2075513"/>
            <a:ext cx="846278" cy="8435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a gomito 34">
            <a:extLst>
              <a:ext uri="{FF2B5EF4-FFF2-40B4-BE49-F238E27FC236}">
                <a16:creationId xmlns:a16="http://schemas.microsoft.com/office/drawing/2014/main" id="{B3C2E130-99B9-4E04-8849-316981753C35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6333076" y="2919064"/>
            <a:ext cx="833904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a gomito 36">
            <a:extLst>
              <a:ext uri="{FF2B5EF4-FFF2-40B4-BE49-F238E27FC236}">
                <a16:creationId xmlns:a16="http://schemas.microsoft.com/office/drawing/2014/main" id="{A1804216-186F-4CA7-B672-465698ADDAA3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6320702" y="2919064"/>
            <a:ext cx="846278" cy="8435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516CC702-1454-4DE2-8DC7-F01A2635BF88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8909092" y="2919064"/>
            <a:ext cx="8462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a gomito 57">
            <a:extLst>
              <a:ext uri="{FF2B5EF4-FFF2-40B4-BE49-F238E27FC236}">
                <a16:creationId xmlns:a16="http://schemas.microsoft.com/office/drawing/2014/main" id="{D77E6DE1-7177-4D64-9A22-8C262ACC3CD5}"/>
              </a:ext>
            </a:extLst>
          </p:cNvPr>
          <p:cNvCxnSpPr>
            <a:stCxn id="9" idx="0"/>
            <a:endCxn id="10" idx="2"/>
          </p:cNvCxnSpPr>
          <p:nvPr/>
        </p:nvCxnSpPr>
        <p:spPr>
          <a:xfrm rot="5400000" flipH="1" flipV="1">
            <a:off x="8093376" y="1447033"/>
            <a:ext cx="947957" cy="10586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ttore a gomito 59">
            <a:extLst>
              <a:ext uri="{FF2B5EF4-FFF2-40B4-BE49-F238E27FC236}">
                <a16:creationId xmlns:a16="http://schemas.microsoft.com/office/drawing/2014/main" id="{063596FD-CDF4-42DD-A0E7-1AFD27C24CD6}"/>
              </a:ext>
            </a:extLst>
          </p:cNvPr>
          <p:cNvCxnSpPr>
            <a:stCxn id="9" idx="0"/>
            <a:endCxn id="11" idx="2"/>
          </p:cNvCxnSpPr>
          <p:nvPr/>
        </p:nvCxnSpPr>
        <p:spPr>
          <a:xfrm rot="16200000" flipV="1">
            <a:off x="7055572" y="1467865"/>
            <a:ext cx="948851" cy="10160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ttangolo 63">
            <a:extLst>
              <a:ext uri="{FF2B5EF4-FFF2-40B4-BE49-F238E27FC236}">
                <a16:creationId xmlns:a16="http://schemas.microsoft.com/office/drawing/2014/main" id="{9077C1C7-4F92-49A6-A7D4-ED169AD32993}"/>
              </a:ext>
            </a:extLst>
          </p:cNvPr>
          <p:cNvSpPr/>
          <p:nvPr/>
        </p:nvSpPr>
        <p:spPr>
          <a:xfrm>
            <a:off x="6961836" y="4987832"/>
            <a:ext cx="1862356" cy="937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Amministratore</a:t>
            </a:r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4F5BBF8A-DF47-43F0-AF73-989D44AA5049}"/>
              </a:ext>
            </a:extLst>
          </p:cNvPr>
          <p:cNvSpPr/>
          <p:nvPr/>
        </p:nvSpPr>
        <p:spPr>
          <a:xfrm>
            <a:off x="9755370" y="3863569"/>
            <a:ext cx="1862356" cy="724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Crea pdf</a:t>
            </a:r>
          </a:p>
        </p:txBody>
      </p: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3535A2E7-C096-4920-8167-C29FA3357A4C}"/>
              </a:ext>
            </a:extLst>
          </p:cNvPr>
          <p:cNvCxnSpPr>
            <a:stCxn id="12" idx="2"/>
            <a:endCxn id="66" idx="0"/>
          </p:cNvCxnSpPr>
          <p:nvPr/>
        </p:nvCxnSpPr>
        <p:spPr>
          <a:xfrm>
            <a:off x="10686548" y="3387799"/>
            <a:ext cx="0" cy="47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9D2DDA47-C792-426A-95B8-A725B0D05563}"/>
              </a:ext>
            </a:extLst>
          </p:cNvPr>
          <p:cNvCxnSpPr>
            <a:stCxn id="66" idx="2"/>
          </p:cNvCxnSpPr>
          <p:nvPr/>
        </p:nvCxnSpPr>
        <p:spPr>
          <a:xfrm>
            <a:off x="10686548" y="4588014"/>
            <a:ext cx="0" cy="504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ttangolo 70">
            <a:extLst>
              <a:ext uri="{FF2B5EF4-FFF2-40B4-BE49-F238E27FC236}">
                <a16:creationId xmlns:a16="http://schemas.microsoft.com/office/drawing/2014/main" id="{F5DA711A-A50E-4DF0-A23C-D253442D80A9}"/>
              </a:ext>
            </a:extLst>
          </p:cNvPr>
          <p:cNvSpPr/>
          <p:nvPr/>
        </p:nvSpPr>
        <p:spPr>
          <a:xfrm>
            <a:off x="9755369" y="5094345"/>
            <a:ext cx="1862349" cy="7244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Firma e carica</a:t>
            </a:r>
          </a:p>
        </p:txBody>
      </p:sp>
      <p:cxnSp>
        <p:nvCxnSpPr>
          <p:cNvPr id="73" name="Connettore 2 72">
            <a:extLst>
              <a:ext uri="{FF2B5EF4-FFF2-40B4-BE49-F238E27FC236}">
                <a16:creationId xmlns:a16="http://schemas.microsoft.com/office/drawing/2014/main" id="{66CEA8B4-0E1F-4474-AD9E-D7594032E85A}"/>
              </a:ext>
            </a:extLst>
          </p:cNvPr>
          <p:cNvCxnSpPr>
            <a:stCxn id="71" idx="1"/>
            <a:endCxn id="64" idx="3"/>
          </p:cNvCxnSpPr>
          <p:nvPr/>
        </p:nvCxnSpPr>
        <p:spPr>
          <a:xfrm flipH="1" flipV="1">
            <a:off x="8824192" y="5456567"/>
            <a:ext cx="93117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ttangolo 73">
            <a:extLst>
              <a:ext uri="{FF2B5EF4-FFF2-40B4-BE49-F238E27FC236}">
                <a16:creationId xmlns:a16="http://schemas.microsoft.com/office/drawing/2014/main" id="{B85D3A1E-B6BE-4FB4-B5D1-A236981B8615}"/>
              </a:ext>
            </a:extLst>
          </p:cNvPr>
          <p:cNvSpPr/>
          <p:nvPr/>
        </p:nvSpPr>
        <p:spPr>
          <a:xfrm>
            <a:off x="4858800" y="5041088"/>
            <a:ext cx="1505036" cy="830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Scarica il pdf</a:t>
            </a:r>
          </a:p>
        </p:txBody>
      </p:sp>
      <p:sp>
        <p:nvSpPr>
          <p:cNvPr id="75" name="Rettangolo 74">
            <a:extLst>
              <a:ext uri="{FF2B5EF4-FFF2-40B4-BE49-F238E27FC236}">
                <a16:creationId xmlns:a16="http://schemas.microsoft.com/office/drawing/2014/main" id="{BA28C463-375A-444A-98C6-E2B6125751DB}"/>
              </a:ext>
            </a:extLst>
          </p:cNvPr>
          <p:cNvSpPr/>
          <p:nvPr/>
        </p:nvSpPr>
        <p:spPr>
          <a:xfrm>
            <a:off x="893544" y="5041088"/>
            <a:ext cx="1223813" cy="830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Carica Referto</a:t>
            </a:r>
          </a:p>
        </p:txBody>
      </p:sp>
      <p:cxnSp>
        <p:nvCxnSpPr>
          <p:cNvPr id="79" name="Connettore 2 78">
            <a:extLst>
              <a:ext uri="{FF2B5EF4-FFF2-40B4-BE49-F238E27FC236}">
                <a16:creationId xmlns:a16="http://schemas.microsoft.com/office/drawing/2014/main" id="{E009C10C-60CE-4E2E-AD3E-F65DE1E122C8}"/>
              </a:ext>
            </a:extLst>
          </p:cNvPr>
          <p:cNvCxnSpPr>
            <a:stCxn id="64" idx="1"/>
            <a:endCxn id="74" idx="3"/>
          </p:cNvCxnSpPr>
          <p:nvPr/>
        </p:nvCxnSpPr>
        <p:spPr>
          <a:xfrm flipH="1">
            <a:off x="6363836" y="5456567"/>
            <a:ext cx="59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ttangolo 82">
            <a:extLst>
              <a:ext uri="{FF2B5EF4-FFF2-40B4-BE49-F238E27FC236}">
                <a16:creationId xmlns:a16="http://schemas.microsoft.com/office/drawing/2014/main" id="{0D5440DF-9D2A-447C-9CD5-638AF98E9ADA}"/>
              </a:ext>
            </a:extLst>
          </p:cNvPr>
          <p:cNvSpPr/>
          <p:nvPr/>
        </p:nvSpPr>
        <p:spPr>
          <a:xfrm>
            <a:off x="2743200" y="4987832"/>
            <a:ext cx="1631273" cy="929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Convalida modulo</a:t>
            </a:r>
          </a:p>
        </p:txBody>
      </p:sp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6F0FE551-DDF8-4673-B329-047720F6FFFE}"/>
              </a:ext>
            </a:extLst>
          </p:cNvPr>
          <p:cNvCxnSpPr>
            <a:stCxn id="74" idx="1"/>
            <a:endCxn id="83" idx="3"/>
          </p:cNvCxnSpPr>
          <p:nvPr/>
        </p:nvCxnSpPr>
        <p:spPr>
          <a:xfrm flipH="1" flipV="1">
            <a:off x="4374473" y="5452528"/>
            <a:ext cx="484327" cy="4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ttore 2 86">
            <a:extLst>
              <a:ext uri="{FF2B5EF4-FFF2-40B4-BE49-F238E27FC236}">
                <a16:creationId xmlns:a16="http://schemas.microsoft.com/office/drawing/2014/main" id="{B554B965-E0E9-4EDB-9BD9-F1E1F0CA6E7B}"/>
              </a:ext>
            </a:extLst>
          </p:cNvPr>
          <p:cNvCxnSpPr>
            <a:stCxn id="83" idx="1"/>
            <a:endCxn id="75" idx="3"/>
          </p:cNvCxnSpPr>
          <p:nvPr/>
        </p:nvCxnSpPr>
        <p:spPr>
          <a:xfrm flipH="1">
            <a:off x="2117357" y="5452528"/>
            <a:ext cx="625843" cy="4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684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DA9925A-708C-4D00-94A7-F99758181F0A}"/>
              </a:ext>
            </a:extLst>
          </p:cNvPr>
          <p:cNvSpPr/>
          <p:nvPr/>
        </p:nvSpPr>
        <p:spPr>
          <a:xfrm>
            <a:off x="5373150" y="276836"/>
            <a:ext cx="98570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Home Page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4A13AAA-9B0B-441D-A596-2616F36CC788}"/>
              </a:ext>
            </a:extLst>
          </p:cNvPr>
          <p:cNvSpPr/>
          <p:nvPr/>
        </p:nvSpPr>
        <p:spPr>
          <a:xfrm>
            <a:off x="5373150" y="1539379"/>
            <a:ext cx="994095" cy="544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Login (0,2)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F7865482-CFEB-44AF-A4EA-D1DFEB0E2F65}"/>
              </a:ext>
            </a:extLst>
          </p:cNvPr>
          <p:cNvSpPr/>
          <p:nvPr/>
        </p:nvSpPr>
        <p:spPr>
          <a:xfrm>
            <a:off x="3505026" y="308009"/>
            <a:ext cx="1661022" cy="587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Registrazione (0,1)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42837F10-566B-43B0-B077-30702C771EA7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5866003" y="1191236"/>
            <a:ext cx="4195" cy="348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8F0900B3-6B61-408E-A6B1-5136A46DD631}"/>
              </a:ext>
            </a:extLst>
          </p:cNvPr>
          <p:cNvCxnSpPr>
            <a:cxnSpLocks/>
            <a:stCxn id="5" idx="1"/>
            <a:endCxn id="6" idx="2"/>
          </p:cNvCxnSpPr>
          <p:nvPr/>
        </p:nvCxnSpPr>
        <p:spPr>
          <a:xfrm flipH="1" flipV="1">
            <a:off x="4335537" y="895712"/>
            <a:ext cx="1037613" cy="915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tangolo 10">
            <a:extLst>
              <a:ext uri="{FF2B5EF4-FFF2-40B4-BE49-F238E27FC236}">
                <a16:creationId xmlns:a16="http://schemas.microsoft.com/office/drawing/2014/main" id="{FB555504-3F20-4EA5-B89E-6A0B265C137C}"/>
              </a:ext>
            </a:extLst>
          </p:cNvPr>
          <p:cNvSpPr/>
          <p:nvPr/>
        </p:nvSpPr>
        <p:spPr>
          <a:xfrm>
            <a:off x="8200235" y="1300359"/>
            <a:ext cx="1863750" cy="5221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Visualizza profilo (0,4)*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7BB7F9E6-F536-480D-981C-E3A61EEF6724}"/>
              </a:ext>
            </a:extLst>
          </p:cNvPr>
          <p:cNvSpPr/>
          <p:nvPr/>
        </p:nvSpPr>
        <p:spPr>
          <a:xfrm>
            <a:off x="6078523" y="2344722"/>
            <a:ext cx="994095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Cliente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1B00FCDD-AD6A-41AB-827D-6DB83A7390EE}"/>
              </a:ext>
            </a:extLst>
          </p:cNvPr>
          <p:cNvSpPr/>
          <p:nvPr/>
        </p:nvSpPr>
        <p:spPr>
          <a:xfrm>
            <a:off x="4699934" y="2344722"/>
            <a:ext cx="994095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Admin</a:t>
            </a:r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8BA548B1-18AC-4413-BCDF-6BD266657A40}"/>
              </a:ext>
            </a:extLst>
          </p:cNvPr>
          <p:cNvCxnSpPr>
            <a:cxnSpLocks/>
            <a:stCxn id="5" idx="2"/>
            <a:endCxn id="26" idx="0"/>
          </p:cNvCxnSpPr>
          <p:nvPr/>
        </p:nvCxnSpPr>
        <p:spPr>
          <a:xfrm flipH="1">
            <a:off x="5196982" y="2083631"/>
            <a:ext cx="673216" cy="261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6240ACA7-28A3-4153-BCEC-7EC9C23EF64C}"/>
              </a:ext>
            </a:extLst>
          </p:cNvPr>
          <p:cNvCxnSpPr>
            <a:cxnSpLocks/>
            <a:stCxn id="5" idx="2"/>
            <a:endCxn id="25" idx="0"/>
          </p:cNvCxnSpPr>
          <p:nvPr/>
        </p:nvCxnSpPr>
        <p:spPr>
          <a:xfrm>
            <a:off x="5870198" y="2083631"/>
            <a:ext cx="705373" cy="261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tangolo 33">
            <a:extLst>
              <a:ext uri="{FF2B5EF4-FFF2-40B4-BE49-F238E27FC236}">
                <a16:creationId xmlns:a16="http://schemas.microsoft.com/office/drawing/2014/main" id="{811DAC33-99F0-4A6D-896F-C1DEF4117396}"/>
              </a:ext>
            </a:extLst>
          </p:cNvPr>
          <p:cNvSpPr/>
          <p:nvPr/>
        </p:nvSpPr>
        <p:spPr>
          <a:xfrm>
            <a:off x="8936369" y="1950423"/>
            <a:ext cx="1598565" cy="527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Scelta Matrice (1,1,2)</a:t>
            </a:r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AD873C44-0856-45EC-BE51-54C2BD116F21}"/>
              </a:ext>
            </a:extLst>
          </p:cNvPr>
          <p:cNvCxnSpPr>
            <a:cxnSpLocks/>
            <a:stCxn id="25" idx="3"/>
            <a:endCxn id="34" idx="1"/>
          </p:cNvCxnSpPr>
          <p:nvPr/>
        </p:nvCxnSpPr>
        <p:spPr>
          <a:xfrm flipV="1">
            <a:off x="7072618" y="2214160"/>
            <a:ext cx="1863751" cy="35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ttangolo 43">
            <a:extLst>
              <a:ext uri="{FF2B5EF4-FFF2-40B4-BE49-F238E27FC236}">
                <a16:creationId xmlns:a16="http://schemas.microsoft.com/office/drawing/2014/main" id="{C8408F53-75B0-4EDA-BC32-8C1C752CEEB9}"/>
              </a:ext>
            </a:extLst>
          </p:cNvPr>
          <p:cNvSpPr/>
          <p:nvPr/>
        </p:nvSpPr>
        <p:spPr>
          <a:xfrm>
            <a:off x="7418461" y="3948503"/>
            <a:ext cx="1372732" cy="805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Nuovo Pacchetto</a:t>
            </a:r>
          </a:p>
          <a:p>
            <a:pPr algn="ctr"/>
            <a:r>
              <a:rPr lang="it-IT" dirty="0"/>
              <a:t>(2,1,2 – 2,2)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C9A64EBE-A733-4BCB-B5A1-50A503813D17}"/>
              </a:ext>
            </a:extLst>
          </p:cNvPr>
          <p:cNvSpPr/>
          <p:nvPr/>
        </p:nvSpPr>
        <p:spPr>
          <a:xfrm>
            <a:off x="9048600" y="3948502"/>
            <a:ext cx="1278010" cy="805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Recupero Pacchetto</a:t>
            </a:r>
          </a:p>
          <a:p>
            <a:pPr algn="ctr"/>
            <a:r>
              <a:rPr lang="it-IT" dirty="0"/>
              <a:t>(4,1 – 4,5*)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69E819AA-402E-4CD6-87B9-8398AE6B7269}"/>
              </a:ext>
            </a:extLst>
          </p:cNvPr>
          <p:cNvSpPr/>
          <p:nvPr/>
        </p:nvSpPr>
        <p:spPr>
          <a:xfrm>
            <a:off x="10680110" y="3944040"/>
            <a:ext cx="1181916" cy="805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Pacchetto standard</a:t>
            </a:r>
          </a:p>
          <a:p>
            <a:pPr algn="ctr"/>
            <a:r>
              <a:rPr lang="it-IT" dirty="0"/>
              <a:t>(3,1,2)*</a:t>
            </a:r>
          </a:p>
        </p:txBody>
      </p: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760AFFEB-E5A0-42EA-8068-739D9DE26BA3}"/>
              </a:ext>
            </a:extLst>
          </p:cNvPr>
          <p:cNvCxnSpPr>
            <a:cxnSpLocks/>
            <a:stCxn id="25" idx="3"/>
            <a:endCxn id="11" idx="1"/>
          </p:cNvCxnSpPr>
          <p:nvPr/>
        </p:nvCxnSpPr>
        <p:spPr>
          <a:xfrm flipV="1">
            <a:off x="7072618" y="1561450"/>
            <a:ext cx="1127617" cy="1011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ttangolo 57">
            <a:extLst>
              <a:ext uri="{FF2B5EF4-FFF2-40B4-BE49-F238E27FC236}">
                <a16:creationId xmlns:a16="http://schemas.microsoft.com/office/drawing/2014/main" id="{1B1BD882-9985-4187-AAB3-4FDE03D87BB4}"/>
              </a:ext>
            </a:extLst>
          </p:cNvPr>
          <p:cNvSpPr/>
          <p:nvPr/>
        </p:nvSpPr>
        <p:spPr>
          <a:xfrm>
            <a:off x="7418461" y="2809209"/>
            <a:ext cx="1598565" cy="8180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Scelta Pacchetto</a:t>
            </a:r>
          </a:p>
          <a:p>
            <a:pPr algn="ctr"/>
            <a:r>
              <a:rPr lang="it-IT" dirty="0"/>
              <a:t>(1,1,2 – 2,1)</a:t>
            </a:r>
          </a:p>
        </p:txBody>
      </p:sp>
      <p:cxnSp>
        <p:nvCxnSpPr>
          <p:cNvPr id="74" name="Connettore 2 73">
            <a:extLst>
              <a:ext uri="{FF2B5EF4-FFF2-40B4-BE49-F238E27FC236}">
                <a16:creationId xmlns:a16="http://schemas.microsoft.com/office/drawing/2014/main" id="{40B57AA8-9647-4D80-8ECF-3808F9954AC2}"/>
              </a:ext>
            </a:extLst>
          </p:cNvPr>
          <p:cNvCxnSpPr>
            <a:cxnSpLocks/>
            <a:stCxn id="34" idx="2"/>
            <a:endCxn id="58" idx="0"/>
          </p:cNvCxnSpPr>
          <p:nvPr/>
        </p:nvCxnSpPr>
        <p:spPr>
          <a:xfrm flipH="1">
            <a:off x="8217744" y="2477897"/>
            <a:ext cx="1517908" cy="331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ttangolo 94">
            <a:extLst>
              <a:ext uri="{FF2B5EF4-FFF2-40B4-BE49-F238E27FC236}">
                <a16:creationId xmlns:a16="http://schemas.microsoft.com/office/drawing/2014/main" id="{F32063F4-4851-4CEE-B894-F3E1BB35EB34}"/>
              </a:ext>
            </a:extLst>
          </p:cNvPr>
          <p:cNvSpPr/>
          <p:nvPr/>
        </p:nvSpPr>
        <p:spPr>
          <a:xfrm>
            <a:off x="2880572" y="1082652"/>
            <a:ext cx="1090568" cy="8316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Gestione Matrici (1,1,1)</a:t>
            </a:r>
          </a:p>
        </p:txBody>
      </p:sp>
      <p:sp>
        <p:nvSpPr>
          <p:cNvPr id="96" name="Rettangolo 95">
            <a:extLst>
              <a:ext uri="{FF2B5EF4-FFF2-40B4-BE49-F238E27FC236}">
                <a16:creationId xmlns:a16="http://schemas.microsoft.com/office/drawing/2014/main" id="{B81AB875-B17C-40E0-9B64-353E7EF4A1F4}"/>
              </a:ext>
            </a:extLst>
          </p:cNvPr>
          <p:cNvSpPr/>
          <p:nvPr/>
        </p:nvSpPr>
        <p:spPr>
          <a:xfrm>
            <a:off x="10829018" y="438512"/>
            <a:ext cx="118191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Modifica profilo (0,5)</a:t>
            </a:r>
          </a:p>
        </p:txBody>
      </p:sp>
      <p:sp>
        <p:nvSpPr>
          <p:cNvPr id="98" name="Rettangolo 97">
            <a:extLst>
              <a:ext uri="{FF2B5EF4-FFF2-40B4-BE49-F238E27FC236}">
                <a16:creationId xmlns:a16="http://schemas.microsoft.com/office/drawing/2014/main" id="{B93BBE08-97A8-47AC-A18F-46C19EE0EB18}"/>
              </a:ext>
            </a:extLst>
          </p:cNvPr>
          <p:cNvSpPr/>
          <p:nvPr/>
        </p:nvSpPr>
        <p:spPr>
          <a:xfrm>
            <a:off x="10829018" y="1423293"/>
            <a:ext cx="118191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Modifica password (0,6)</a:t>
            </a:r>
          </a:p>
        </p:txBody>
      </p:sp>
      <p:cxnSp>
        <p:nvCxnSpPr>
          <p:cNvPr id="100" name="Connettore 2 99">
            <a:extLst>
              <a:ext uri="{FF2B5EF4-FFF2-40B4-BE49-F238E27FC236}">
                <a16:creationId xmlns:a16="http://schemas.microsoft.com/office/drawing/2014/main" id="{108B1903-4C46-4BF2-869F-143CDAD5DBCC}"/>
              </a:ext>
            </a:extLst>
          </p:cNvPr>
          <p:cNvCxnSpPr>
            <a:cxnSpLocks/>
            <a:stCxn id="11" idx="3"/>
            <a:endCxn id="96" idx="1"/>
          </p:cNvCxnSpPr>
          <p:nvPr/>
        </p:nvCxnSpPr>
        <p:spPr>
          <a:xfrm flipV="1">
            <a:off x="10063985" y="895712"/>
            <a:ext cx="765033" cy="665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ttore 2 101">
            <a:extLst>
              <a:ext uri="{FF2B5EF4-FFF2-40B4-BE49-F238E27FC236}">
                <a16:creationId xmlns:a16="http://schemas.microsoft.com/office/drawing/2014/main" id="{8ADD9689-A616-40AA-B2C3-84D2EA1BF9AD}"/>
              </a:ext>
            </a:extLst>
          </p:cNvPr>
          <p:cNvCxnSpPr>
            <a:cxnSpLocks/>
            <a:stCxn id="11" idx="3"/>
            <a:endCxn id="98" idx="1"/>
          </p:cNvCxnSpPr>
          <p:nvPr/>
        </p:nvCxnSpPr>
        <p:spPr>
          <a:xfrm>
            <a:off x="10063985" y="1561450"/>
            <a:ext cx="765033" cy="319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ttangolo 105">
            <a:extLst>
              <a:ext uri="{FF2B5EF4-FFF2-40B4-BE49-F238E27FC236}">
                <a16:creationId xmlns:a16="http://schemas.microsoft.com/office/drawing/2014/main" id="{F50A3F8B-76F5-469D-8CD6-4EB77DA8F9D7}"/>
              </a:ext>
            </a:extLst>
          </p:cNvPr>
          <p:cNvSpPr/>
          <p:nvPr/>
        </p:nvSpPr>
        <p:spPr>
          <a:xfrm>
            <a:off x="2896025" y="3170103"/>
            <a:ext cx="109056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Gestione Pacchetti</a:t>
            </a:r>
          </a:p>
          <a:p>
            <a:pPr algn="ctr"/>
            <a:r>
              <a:rPr lang="it-IT" dirty="0"/>
              <a:t>(3,1,1)</a:t>
            </a:r>
          </a:p>
        </p:txBody>
      </p:sp>
      <p:sp>
        <p:nvSpPr>
          <p:cNvPr id="107" name="Rettangolo 106">
            <a:extLst>
              <a:ext uri="{FF2B5EF4-FFF2-40B4-BE49-F238E27FC236}">
                <a16:creationId xmlns:a16="http://schemas.microsoft.com/office/drawing/2014/main" id="{81211555-43F3-43D3-AE67-C484EDFBE28D}"/>
              </a:ext>
            </a:extLst>
          </p:cNvPr>
          <p:cNvSpPr/>
          <p:nvPr/>
        </p:nvSpPr>
        <p:spPr>
          <a:xfrm>
            <a:off x="585541" y="1150312"/>
            <a:ext cx="1856416" cy="6962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Modifica Matrici (1,2 - 1,3 - 1,4)</a:t>
            </a:r>
          </a:p>
        </p:txBody>
      </p:sp>
      <p:sp>
        <p:nvSpPr>
          <p:cNvPr id="108" name="Rettangolo 107">
            <a:extLst>
              <a:ext uri="{FF2B5EF4-FFF2-40B4-BE49-F238E27FC236}">
                <a16:creationId xmlns:a16="http://schemas.microsoft.com/office/drawing/2014/main" id="{59D02B86-C46B-4AA5-B695-E15BAB3813DC}"/>
              </a:ext>
            </a:extLst>
          </p:cNvPr>
          <p:cNvSpPr/>
          <p:nvPr/>
        </p:nvSpPr>
        <p:spPr>
          <a:xfrm>
            <a:off x="585541" y="3279159"/>
            <a:ext cx="1965641" cy="6962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Modifica Pacchetti (3,2 - 3,3 - 3,4)</a:t>
            </a:r>
          </a:p>
        </p:txBody>
      </p:sp>
      <p:sp>
        <p:nvSpPr>
          <p:cNvPr id="109" name="Rettangolo 108">
            <a:extLst>
              <a:ext uri="{FF2B5EF4-FFF2-40B4-BE49-F238E27FC236}">
                <a16:creationId xmlns:a16="http://schemas.microsoft.com/office/drawing/2014/main" id="{033783DD-ECDC-4974-A8E2-8507D9B8E253}"/>
              </a:ext>
            </a:extLst>
          </p:cNvPr>
          <p:cNvSpPr/>
          <p:nvPr/>
        </p:nvSpPr>
        <p:spPr>
          <a:xfrm>
            <a:off x="2896025" y="2098737"/>
            <a:ext cx="112536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Gestione Parametri</a:t>
            </a:r>
          </a:p>
          <a:p>
            <a:pPr algn="ctr"/>
            <a:r>
              <a:rPr lang="it-IT" dirty="0"/>
              <a:t>(2,1,1)</a:t>
            </a:r>
          </a:p>
        </p:txBody>
      </p:sp>
      <p:sp>
        <p:nvSpPr>
          <p:cNvPr id="110" name="Rettangolo 109">
            <a:extLst>
              <a:ext uri="{FF2B5EF4-FFF2-40B4-BE49-F238E27FC236}">
                <a16:creationId xmlns:a16="http://schemas.microsoft.com/office/drawing/2014/main" id="{10C949E1-F1F1-4DFA-B48B-BA351E696F38}"/>
              </a:ext>
            </a:extLst>
          </p:cNvPr>
          <p:cNvSpPr/>
          <p:nvPr/>
        </p:nvSpPr>
        <p:spPr>
          <a:xfrm>
            <a:off x="585541" y="2207794"/>
            <a:ext cx="1965641" cy="6962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Modifica Parametri (2,3 - 2,4 - 2,5)</a:t>
            </a:r>
          </a:p>
        </p:txBody>
      </p:sp>
      <p:cxnSp>
        <p:nvCxnSpPr>
          <p:cNvPr id="112" name="Connettore a gomito 111">
            <a:extLst>
              <a:ext uri="{FF2B5EF4-FFF2-40B4-BE49-F238E27FC236}">
                <a16:creationId xmlns:a16="http://schemas.microsoft.com/office/drawing/2014/main" id="{4F0F964E-D1C5-4AC2-B021-6E6BCA1BD09E}"/>
              </a:ext>
            </a:extLst>
          </p:cNvPr>
          <p:cNvCxnSpPr>
            <a:stCxn id="26" idx="1"/>
            <a:endCxn id="95" idx="3"/>
          </p:cNvCxnSpPr>
          <p:nvPr/>
        </p:nvCxnSpPr>
        <p:spPr>
          <a:xfrm rot="10800000">
            <a:off x="3971140" y="1498456"/>
            <a:ext cx="728794" cy="10748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ttore a gomito 113">
            <a:extLst>
              <a:ext uri="{FF2B5EF4-FFF2-40B4-BE49-F238E27FC236}">
                <a16:creationId xmlns:a16="http://schemas.microsoft.com/office/drawing/2014/main" id="{8EB521F2-506A-4E3C-8147-72B2D1BD15EF}"/>
              </a:ext>
            </a:extLst>
          </p:cNvPr>
          <p:cNvCxnSpPr>
            <a:stCxn id="26" idx="1"/>
            <a:endCxn id="106" idx="3"/>
          </p:cNvCxnSpPr>
          <p:nvPr/>
        </p:nvCxnSpPr>
        <p:spPr>
          <a:xfrm rot="10800000" flipV="1">
            <a:off x="3986594" y="2573321"/>
            <a:ext cx="713341" cy="10539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ttore 2 115">
            <a:extLst>
              <a:ext uri="{FF2B5EF4-FFF2-40B4-BE49-F238E27FC236}">
                <a16:creationId xmlns:a16="http://schemas.microsoft.com/office/drawing/2014/main" id="{C8AAD8DD-9328-439F-8747-DA38A6E9CB57}"/>
              </a:ext>
            </a:extLst>
          </p:cNvPr>
          <p:cNvCxnSpPr>
            <a:cxnSpLocks/>
            <a:stCxn id="26" idx="1"/>
            <a:endCxn id="109" idx="3"/>
          </p:cNvCxnSpPr>
          <p:nvPr/>
        </p:nvCxnSpPr>
        <p:spPr>
          <a:xfrm flipH="1" flipV="1">
            <a:off x="4021387" y="2555937"/>
            <a:ext cx="678547" cy="17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ttore 2 123">
            <a:extLst>
              <a:ext uri="{FF2B5EF4-FFF2-40B4-BE49-F238E27FC236}">
                <a16:creationId xmlns:a16="http://schemas.microsoft.com/office/drawing/2014/main" id="{623390DE-9C68-469B-8723-FEB84BA66839}"/>
              </a:ext>
            </a:extLst>
          </p:cNvPr>
          <p:cNvCxnSpPr>
            <a:stCxn id="95" idx="1"/>
            <a:endCxn id="107" idx="3"/>
          </p:cNvCxnSpPr>
          <p:nvPr/>
        </p:nvCxnSpPr>
        <p:spPr>
          <a:xfrm flipH="1">
            <a:off x="2441957" y="1498456"/>
            <a:ext cx="4386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ttore 2 127">
            <a:extLst>
              <a:ext uri="{FF2B5EF4-FFF2-40B4-BE49-F238E27FC236}">
                <a16:creationId xmlns:a16="http://schemas.microsoft.com/office/drawing/2014/main" id="{A7668306-5790-46A6-B2EA-432F5DC68A9E}"/>
              </a:ext>
            </a:extLst>
          </p:cNvPr>
          <p:cNvCxnSpPr>
            <a:stCxn id="109" idx="1"/>
            <a:endCxn id="110" idx="3"/>
          </p:cNvCxnSpPr>
          <p:nvPr/>
        </p:nvCxnSpPr>
        <p:spPr>
          <a:xfrm flipH="1">
            <a:off x="2551182" y="2555937"/>
            <a:ext cx="3448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ttore 2 129">
            <a:extLst>
              <a:ext uri="{FF2B5EF4-FFF2-40B4-BE49-F238E27FC236}">
                <a16:creationId xmlns:a16="http://schemas.microsoft.com/office/drawing/2014/main" id="{B0A9D657-D118-4FF4-8807-044AE4123F79}"/>
              </a:ext>
            </a:extLst>
          </p:cNvPr>
          <p:cNvCxnSpPr>
            <a:stCxn id="106" idx="1"/>
            <a:endCxn id="108" idx="3"/>
          </p:cNvCxnSpPr>
          <p:nvPr/>
        </p:nvCxnSpPr>
        <p:spPr>
          <a:xfrm flipH="1">
            <a:off x="2551182" y="3627303"/>
            <a:ext cx="34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ttangolo 132">
            <a:extLst>
              <a:ext uri="{FF2B5EF4-FFF2-40B4-BE49-F238E27FC236}">
                <a16:creationId xmlns:a16="http://schemas.microsoft.com/office/drawing/2014/main" id="{23FA9A10-9756-46F5-AF0E-65C6D5C8F0D0}"/>
              </a:ext>
            </a:extLst>
          </p:cNvPr>
          <p:cNvSpPr/>
          <p:nvPr/>
        </p:nvSpPr>
        <p:spPr>
          <a:xfrm>
            <a:off x="5383814" y="3127994"/>
            <a:ext cx="994095" cy="544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Logout (0,3)</a:t>
            </a:r>
          </a:p>
        </p:txBody>
      </p:sp>
      <p:cxnSp>
        <p:nvCxnSpPr>
          <p:cNvPr id="138" name="Connettore a gomito 137">
            <a:extLst>
              <a:ext uri="{FF2B5EF4-FFF2-40B4-BE49-F238E27FC236}">
                <a16:creationId xmlns:a16="http://schemas.microsoft.com/office/drawing/2014/main" id="{58118602-9DC2-4C38-B681-57F6315A741E}"/>
              </a:ext>
            </a:extLst>
          </p:cNvPr>
          <p:cNvCxnSpPr>
            <a:stCxn id="26" idx="2"/>
            <a:endCxn id="133" idx="0"/>
          </p:cNvCxnSpPr>
          <p:nvPr/>
        </p:nvCxnSpPr>
        <p:spPr>
          <a:xfrm rot="16200000" flipH="1">
            <a:off x="5375886" y="2623018"/>
            <a:ext cx="326072" cy="6838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ttore a gomito 140">
            <a:extLst>
              <a:ext uri="{FF2B5EF4-FFF2-40B4-BE49-F238E27FC236}">
                <a16:creationId xmlns:a16="http://schemas.microsoft.com/office/drawing/2014/main" id="{3BAB78CA-2294-413E-8123-FEDCF199757F}"/>
              </a:ext>
            </a:extLst>
          </p:cNvPr>
          <p:cNvCxnSpPr>
            <a:stCxn id="25" idx="2"/>
            <a:endCxn id="133" idx="0"/>
          </p:cNvCxnSpPr>
          <p:nvPr/>
        </p:nvCxnSpPr>
        <p:spPr>
          <a:xfrm rot="5400000">
            <a:off x="6065181" y="2617604"/>
            <a:ext cx="326072" cy="69470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ttangolo 148">
            <a:extLst>
              <a:ext uri="{FF2B5EF4-FFF2-40B4-BE49-F238E27FC236}">
                <a16:creationId xmlns:a16="http://schemas.microsoft.com/office/drawing/2014/main" id="{31AADA5F-BC4F-44B1-AF79-4E6F7ADCDF21}"/>
              </a:ext>
            </a:extLst>
          </p:cNvPr>
          <p:cNvSpPr/>
          <p:nvPr/>
        </p:nvSpPr>
        <p:spPr>
          <a:xfrm>
            <a:off x="7072618" y="251282"/>
            <a:ext cx="118191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Recupera password (0,7)</a:t>
            </a:r>
          </a:p>
        </p:txBody>
      </p:sp>
      <p:cxnSp>
        <p:nvCxnSpPr>
          <p:cNvPr id="151" name="Connettore 2 150">
            <a:extLst>
              <a:ext uri="{FF2B5EF4-FFF2-40B4-BE49-F238E27FC236}">
                <a16:creationId xmlns:a16="http://schemas.microsoft.com/office/drawing/2014/main" id="{BC1D13FF-327D-4C6D-83C0-56EE84EE5219}"/>
              </a:ext>
            </a:extLst>
          </p:cNvPr>
          <p:cNvCxnSpPr>
            <a:stCxn id="5" idx="3"/>
            <a:endCxn id="149" idx="1"/>
          </p:cNvCxnSpPr>
          <p:nvPr/>
        </p:nvCxnSpPr>
        <p:spPr>
          <a:xfrm flipV="1">
            <a:off x="6367245" y="708482"/>
            <a:ext cx="705373" cy="1103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ttangolo 158">
            <a:extLst>
              <a:ext uri="{FF2B5EF4-FFF2-40B4-BE49-F238E27FC236}">
                <a16:creationId xmlns:a16="http://schemas.microsoft.com/office/drawing/2014/main" id="{F745FC08-8D25-4A71-A90E-005DDA25F782}"/>
              </a:ext>
            </a:extLst>
          </p:cNvPr>
          <p:cNvSpPr/>
          <p:nvPr/>
        </p:nvSpPr>
        <p:spPr>
          <a:xfrm>
            <a:off x="6793014" y="5058561"/>
            <a:ext cx="1998178" cy="805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Componi pacchetto</a:t>
            </a:r>
          </a:p>
          <a:p>
            <a:pPr algn="ctr"/>
            <a:r>
              <a:rPr lang="it-IT" dirty="0"/>
              <a:t>(4,2 – 4,3 – 4,4)</a:t>
            </a:r>
          </a:p>
        </p:txBody>
      </p:sp>
      <p:cxnSp>
        <p:nvCxnSpPr>
          <p:cNvPr id="161" name="Connettore 2 160">
            <a:extLst>
              <a:ext uri="{FF2B5EF4-FFF2-40B4-BE49-F238E27FC236}">
                <a16:creationId xmlns:a16="http://schemas.microsoft.com/office/drawing/2014/main" id="{4BAF9BDE-5FCB-4528-A4D1-2413B5DA1ECD}"/>
              </a:ext>
            </a:extLst>
          </p:cNvPr>
          <p:cNvCxnSpPr>
            <a:cxnSpLocks/>
            <a:stCxn id="44" idx="2"/>
            <a:endCxn id="159" idx="0"/>
          </p:cNvCxnSpPr>
          <p:nvPr/>
        </p:nvCxnSpPr>
        <p:spPr>
          <a:xfrm flipH="1">
            <a:off x="7792103" y="4753517"/>
            <a:ext cx="312724" cy="305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ttangolo 162">
            <a:extLst>
              <a:ext uri="{FF2B5EF4-FFF2-40B4-BE49-F238E27FC236}">
                <a16:creationId xmlns:a16="http://schemas.microsoft.com/office/drawing/2014/main" id="{BBE8F35B-C21F-4C61-B827-A07EA0861112}"/>
              </a:ext>
            </a:extLst>
          </p:cNvPr>
          <p:cNvSpPr/>
          <p:nvPr/>
        </p:nvSpPr>
        <p:spPr>
          <a:xfrm>
            <a:off x="3797980" y="4346547"/>
            <a:ext cx="109056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Gestione Cliente</a:t>
            </a:r>
          </a:p>
          <a:p>
            <a:pPr algn="ctr"/>
            <a:r>
              <a:rPr lang="it-IT" dirty="0"/>
              <a:t>(5,1)</a:t>
            </a:r>
          </a:p>
        </p:txBody>
      </p:sp>
      <p:sp>
        <p:nvSpPr>
          <p:cNvPr id="164" name="Rettangolo 163">
            <a:extLst>
              <a:ext uri="{FF2B5EF4-FFF2-40B4-BE49-F238E27FC236}">
                <a16:creationId xmlns:a16="http://schemas.microsoft.com/office/drawing/2014/main" id="{C987DF5A-DC53-4374-A851-41DEA694C705}"/>
              </a:ext>
            </a:extLst>
          </p:cNvPr>
          <p:cNvSpPr/>
          <p:nvPr/>
        </p:nvSpPr>
        <p:spPr>
          <a:xfrm>
            <a:off x="5335578" y="4353806"/>
            <a:ext cx="109056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Storico Piani</a:t>
            </a:r>
          </a:p>
          <a:p>
            <a:pPr algn="ctr"/>
            <a:r>
              <a:rPr lang="it-IT" dirty="0"/>
              <a:t>(5,2,x)</a:t>
            </a:r>
          </a:p>
        </p:txBody>
      </p:sp>
      <p:cxnSp>
        <p:nvCxnSpPr>
          <p:cNvPr id="168" name="Connettore diritto 167">
            <a:extLst>
              <a:ext uri="{FF2B5EF4-FFF2-40B4-BE49-F238E27FC236}">
                <a16:creationId xmlns:a16="http://schemas.microsoft.com/office/drawing/2014/main" id="{59A67B66-D7B5-4873-A69C-F1EEEE5EEAD5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6575571" y="2801922"/>
            <a:ext cx="10663" cy="11421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ttore 2 169">
            <a:extLst>
              <a:ext uri="{FF2B5EF4-FFF2-40B4-BE49-F238E27FC236}">
                <a16:creationId xmlns:a16="http://schemas.microsoft.com/office/drawing/2014/main" id="{883269BB-3770-46D3-9867-65592BEB5DD0}"/>
              </a:ext>
            </a:extLst>
          </p:cNvPr>
          <p:cNvCxnSpPr>
            <a:cxnSpLocks/>
            <a:endCxn id="164" idx="0"/>
          </p:cNvCxnSpPr>
          <p:nvPr/>
        </p:nvCxnSpPr>
        <p:spPr>
          <a:xfrm flipH="1">
            <a:off x="5880862" y="3944040"/>
            <a:ext cx="694708" cy="409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ttore a gomito 171">
            <a:extLst>
              <a:ext uri="{FF2B5EF4-FFF2-40B4-BE49-F238E27FC236}">
                <a16:creationId xmlns:a16="http://schemas.microsoft.com/office/drawing/2014/main" id="{50900E57-788D-4E89-AB10-5B4A9B3C50E4}"/>
              </a:ext>
            </a:extLst>
          </p:cNvPr>
          <p:cNvCxnSpPr>
            <a:stCxn id="26" idx="1"/>
            <a:endCxn id="163" idx="0"/>
          </p:cNvCxnSpPr>
          <p:nvPr/>
        </p:nvCxnSpPr>
        <p:spPr>
          <a:xfrm rot="10800000" flipV="1">
            <a:off x="4343264" y="2573321"/>
            <a:ext cx="356670" cy="17732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ttore 2 174">
            <a:extLst>
              <a:ext uri="{FF2B5EF4-FFF2-40B4-BE49-F238E27FC236}">
                <a16:creationId xmlns:a16="http://schemas.microsoft.com/office/drawing/2014/main" id="{BEF9B73D-4E02-4BF8-8BFB-D10E7050D783}"/>
              </a:ext>
            </a:extLst>
          </p:cNvPr>
          <p:cNvCxnSpPr>
            <a:stCxn id="163" idx="3"/>
            <a:endCxn id="164" idx="1"/>
          </p:cNvCxnSpPr>
          <p:nvPr/>
        </p:nvCxnSpPr>
        <p:spPr>
          <a:xfrm>
            <a:off x="4888548" y="4803747"/>
            <a:ext cx="447030" cy="7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ttangolo 178">
            <a:extLst>
              <a:ext uri="{FF2B5EF4-FFF2-40B4-BE49-F238E27FC236}">
                <a16:creationId xmlns:a16="http://schemas.microsoft.com/office/drawing/2014/main" id="{8E29D689-872B-4E0D-83CD-E253FB4BBB72}"/>
              </a:ext>
            </a:extLst>
          </p:cNvPr>
          <p:cNvSpPr/>
          <p:nvPr/>
        </p:nvSpPr>
        <p:spPr>
          <a:xfrm>
            <a:off x="5469531" y="5594207"/>
            <a:ext cx="109056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Dettagli ordine (5,3,x)</a:t>
            </a:r>
          </a:p>
        </p:txBody>
      </p:sp>
      <p:sp>
        <p:nvSpPr>
          <p:cNvPr id="184" name="Rettangolo 183">
            <a:extLst>
              <a:ext uri="{FF2B5EF4-FFF2-40B4-BE49-F238E27FC236}">
                <a16:creationId xmlns:a16="http://schemas.microsoft.com/office/drawing/2014/main" id="{618A994F-ADD9-4775-AF88-EDAFC3AD84B0}"/>
              </a:ext>
            </a:extLst>
          </p:cNvPr>
          <p:cNvSpPr/>
          <p:nvPr/>
        </p:nvSpPr>
        <p:spPr>
          <a:xfrm>
            <a:off x="2081985" y="4353806"/>
            <a:ext cx="114928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Elimina Account</a:t>
            </a:r>
          </a:p>
          <a:p>
            <a:pPr algn="ctr"/>
            <a:r>
              <a:rPr lang="it-IT" dirty="0"/>
              <a:t>(5,5)</a:t>
            </a:r>
          </a:p>
        </p:txBody>
      </p:sp>
      <p:cxnSp>
        <p:nvCxnSpPr>
          <p:cNvPr id="186" name="Connettore 2 185">
            <a:extLst>
              <a:ext uri="{FF2B5EF4-FFF2-40B4-BE49-F238E27FC236}">
                <a16:creationId xmlns:a16="http://schemas.microsoft.com/office/drawing/2014/main" id="{52E3527A-5E4E-46EA-9BCF-9C1CFA4CDE8E}"/>
              </a:ext>
            </a:extLst>
          </p:cNvPr>
          <p:cNvCxnSpPr>
            <a:stCxn id="163" idx="1"/>
            <a:endCxn id="184" idx="3"/>
          </p:cNvCxnSpPr>
          <p:nvPr/>
        </p:nvCxnSpPr>
        <p:spPr>
          <a:xfrm flipH="1">
            <a:off x="3231272" y="4803747"/>
            <a:ext cx="566708" cy="7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Rettangolo 186">
            <a:extLst>
              <a:ext uri="{FF2B5EF4-FFF2-40B4-BE49-F238E27FC236}">
                <a16:creationId xmlns:a16="http://schemas.microsoft.com/office/drawing/2014/main" id="{9F117960-2131-4386-8DBD-E818A4F5FAC0}"/>
              </a:ext>
            </a:extLst>
          </p:cNvPr>
          <p:cNvSpPr/>
          <p:nvPr/>
        </p:nvSpPr>
        <p:spPr>
          <a:xfrm>
            <a:off x="9506688" y="5268206"/>
            <a:ext cx="117342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Creazione Modulo</a:t>
            </a:r>
          </a:p>
          <a:p>
            <a:pPr algn="ctr"/>
            <a:r>
              <a:rPr lang="it-IT" dirty="0"/>
              <a:t>*</a:t>
            </a:r>
          </a:p>
        </p:txBody>
      </p:sp>
      <p:cxnSp>
        <p:nvCxnSpPr>
          <p:cNvPr id="189" name="Connettore a gomito 188">
            <a:extLst>
              <a:ext uri="{FF2B5EF4-FFF2-40B4-BE49-F238E27FC236}">
                <a16:creationId xmlns:a16="http://schemas.microsoft.com/office/drawing/2014/main" id="{8B1D803D-AD73-4398-823D-900C204102EC}"/>
              </a:ext>
            </a:extLst>
          </p:cNvPr>
          <p:cNvCxnSpPr>
            <a:cxnSpLocks/>
            <a:stCxn id="46" idx="2"/>
            <a:endCxn id="187" idx="0"/>
          </p:cNvCxnSpPr>
          <p:nvPr/>
        </p:nvCxnSpPr>
        <p:spPr>
          <a:xfrm rot="5400000">
            <a:off x="10422658" y="4419796"/>
            <a:ext cx="519152" cy="11776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ttore a gomito 190">
            <a:extLst>
              <a:ext uri="{FF2B5EF4-FFF2-40B4-BE49-F238E27FC236}">
                <a16:creationId xmlns:a16="http://schemas.microsoft.com/office/drawing/2014/main" id="{6459B0A9-E9CE-4850-B113-CA737F7EED4E}"/>
              </a:ext>
            </a:extLst>
          </p:cNvPr>
          <p:cNvCxnSpPr>
            <a:cxnSpLocks/>
            <a:stCxn id="159" idx="3"/>
            <a:endCxn id="187" idx="0"/>
          </p:cNvCxnSpPr>
          <p:nvPr/>
        </p:nvCxnSpPr>
        <p:spPr>
          <a:xfrm flipV="1">
            <a:off x="8791192" y="5268206"/>
            <a:ext cx="1302207" cy="192862"/>
          </a:xfrm>
          <a:prstGeom prst="bentConnector4">
            <a:avLst>
              <a:gd name="adj1" fmla="val 27472"/>
              <a:gd name="adj2" fmla="val 2402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ttore a gomito 197">
            <a:extLst>
              <a:ext uri="{FF2B5EF4-FFF2-40B4-BE49-F238E27FC236}">
                <a16:creationId xmlns:a16="http://schemas.microsoft.com/office/drawing/2014/main" id="{7B90683C-526F-47B5-BD52-EF5657D514A3}"/>
              </a:ext>
            </a:extLst>
          </p:cNvPr>
          <p:cNvCxnSpPr>
            <a:cxnSpLocks/>
            <a:stCxn id="45" idx="2"/>
            <a:endCxn id="187" idx="0"/>
          </p:cNvCxnSpPr>
          <p:nvPr/>
        </p:nvCxnSpPr>
        <p:spPr>
          <a:xfrm rot="16200000" flipH="1">
            <a:off x="9633157" y="4807964"/>
            <a:ext cx="514690" cy="4057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ttore a gomito 201">
            <a:extLst>
              <a:ext uri="{FF2B5EF4-FFF2-40B4-BE49-F238E27FC236}">
                <a16:creationId xmlns:a16="http://schemas.microsoft.com/office/drawing/2014/main" id="{0B274300-E551-4690-9F3A-0B8F1ED10E2B}"/>
              </a:ext>
            </a:extLst>
          </p:cNvPr>
          <p:cNvCxnSpPr>
            <a:stCxn id="164" idx="2"/>
            <a:endCxn id="179" idx="0"/>
          </p:cNvCxnSpPr>
          <p:nvPr/>
        </p:nvCxnSpPr>
        <p:spPr>
          <a:xfrm rot="16200000" flipH="1">
            <a:off x="5784838" y="5364229"/>
            <a:ext cx="326001" cy="1339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Rettangolo 202">
            <a:extLst>
              <a:ext uri="{FF2B5EF4-FFF2-40B4-BE49-F238E27FC236}">
                <a16:creationId xmlns:a16="http://schemas.microsoft.com/office/drawing/2014/main" id="{66813F2F-2587-4C8A-8187-2E8BE2210EFF}"/>
              </a:ext>
            </a:extLst>
          </p:cNvPr>
          <p:cNvSpPr/>
          <p:nvPr/>
        </p:nvSpPr>
        <p:spPr>
          <a:xfrm>
            <a:off x="4083399" y="5594207"/>
            <a:ext cx="11299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Carica Referto</a:t>
            </a:r>
          </a:p>
          <a:p>
            <a:pPr algn="ctr"/>
            <a:r>
              <a:rPr lang="it-IT" dirty="0"/>
              <a:t>*</a:t>
            </a:r>
          </a:p>
        </p:txBody>
      </p:sp>
      <p:cxnSp>
        <p:nvCxnSpPr>
          <p:cNvPr id="205" name="Connettore a gomito 204">
            <a:extLst>
              <a:ext uri="{FF2B5EF4-FFF2-40B4-BE49-F238E27FC236}">
                <a16:creationId xmlns:a16="http://schemas.microsoft.com/office/drawing/2014/main" id="{D401A42C-20A6-400C-A61D-C832F54240EC}"/>
              </a:ext>
            </a:extLst>
          </p:cNvPr>
          <p:cNvCxnSpPr>
            <a:cxnSpLocks/>
            <a:endCxn id="203" idx="0"/>
          </p:cNvCxnSpPr>
          <p:nvPr/>
        </p:nvCxnSpPr>
        <p:spPr>
          <a:xfrm rot="5400000">
            <a:off x="4469537" y="4982568"/>
            <a:ext cx="790460" cy="432818"/>
          </a:xfrm>
          <a:prstGeom prst="bentConnector3">
            <a:avLst>
              <a:gd name="adj1" fmla="val 669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ttangolo 207">
            <a:extLst>
              <a:ext uri="{FF2B5EF4-FFF2-40B4-BE49-F238E27FC236}">
                <a16:creationId xmlns:a16="http://schemas.microsoft.com/office/drawing/2014/main" id="{15027E5C-19E6-47FB-859E-971AE9E93988}"/>
              </a:ext>
            </a:extLst>
          </p:cNvPr>
          <p:cNvSpPr/>
          <p:nvPr/>
        </p:nvSpPr>
        <p:spPr>
          <a:xfrm>
            <a:off x="2723525" y="5610676"/>
            <a:ext cx="112991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Cambia Stato</a:t>
            </a:r>
          </a:p>
          <a:p>
            <a:pPr algn="ctr"/>
            <a:r>
              <a:rPr lang="it-IT" dirty="0"/>
              <a:t>(</a:t>
            </a:r>
            <a:r>
              <a:rPr lang="it-IT"/>
              <a:t>5,4)</a:t>
            </a:r>
            <a:endParaRPr lang="it-IT" dirty="0"/>
          </a:p>
        </p:txBody>
      </p:sp>
      <p:sp>
        <p:nvSpPr>
          <p:cNvPr id="214" name="Rettangolo 213">
            <a:extLst>
              <a:ext uri="{FF2B5EF4-FFF2-40B4-BE49-F238E27FC236}">
                <a16:creationId xmlns:a16="http://schemas.microsoft.com/office/drawing/2014/main" id="{0D11DECD-9827-406A-8344-D1FEE36D76C1}"/>
              </a:ext>
            </a:extLst>
          </p:cNvPr>
          <p:cNvSpPr/>
          <p:nvPr/>
        </p:nvSpPr>
        <p:spPr>
          <a:xfrm>
            <a:off x="10870792" y="526820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Carica Modulo *</a:t>
            </a:r>
          </a:p>
        </p:txBody>
      </p:sp>
      <p:cxnSp>
        <p:nvCxnSpPr>
          <p:cNvPr id="219" name="Connettore 2 218">
            <a:extLst>
              <a:ext uri="{FF2B5EF4-FFF2-40B4-BE49-F238E27FC236}">
                <a16:creationId xmlns:a16="http://schemas.microsoft.com/office/drawing/2014/main" id="{9C08D999-4737-472A-952E-2F70A6C64066}"/>
              </a:ext>
            </a:extLst>
          </p:cNvPr>
          <p:cNvCxnSpPr>
            <a:cxnSpLocks/>
            <a:stCxn id="187" idx="3"/>
            <a:endCxn id="214" idx="1"/>
          </p:cNvCxnSpPr>
          <p:nvPr/>
        </p:nvCxnSpPr>
        <p:spPr>
          <a:xfrm flipV="1">
            <a:off x="10680110" y="5725404"/>
            <a:ext cx="19068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tangolo 6">
            <a:extLst>
              <a:ext uri="{FF2B5EF4-FFF2-40B4-BE49-F238E27FC236}">
                <a16:creationId xmlns:a16="http://schemas.microsoft.com/office/drawing/2014/main" id="{82A1483B-D7FC-4C31-93C6-DC18B65FAA02}"/>
              </a:ext>
            </a:extLst>
          </p:cNvPr>
          <p:cNvSpPr/>
          <p:nvPr/>
        </p:nvSpPr>
        <p:spPr>
          <a:xfrm>
            <a:off x="10063985" y="2718992"/>
            <a:ext cx="154247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Dettagli pacchetto Standard (3,5)</a:t>
            </a:r>
          </a:p>
        </p:txBody>
      </p: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288A8331-40FA-47BC-8B93-437B5CBD34D8}"/>
              </a:ext>
            </a:extLst>
          </p:cNvPr>
          <p:cNvCxnSpPr>
            <a:cxnSpLocks/>
            <a:stCxn id="46" idx="3"/>
            <a:endCxn id="7" idx="3"/>
          </p:cNvCxnSpPr>
          <p:nvPr/>
        </p:nvCxnSpPr>
        <p:spPr>
          <a:xfrm flipH="1" flipV="1">
            <a:off x="11606458" y="3176192"/>
            <a:ext cx="255568" cy="1170355"/>
          </a:xfrm>
          <a:prstGeom prst="bentConnector3">
            <a:avLst>
              <a:gd name="adj1" fmla="val -894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a gomito 23">
            <a:extLst>
              <a:ext uri="{FF2B5EF4-FFF2-40B4-BE49-F238E27FC236}">
                <a16:creationId xmlns:a16="http://schemas.microsoft.com/office/drawing/2014/main" id="{A6637C3F-3328-4AD7-8FB0-D3E188D0A225}"/>
              </a:ext>
            </a:extLst>
          </p:cNvPr>
          <p:cNvCxnSpPr>
            <a:stCxn id="58" idx="2"/>
            <a:endCxn id="44" idx="0"/>
          </p:cNvCxnSpPr>
          <p:nvPr/>
        </p:nvCxnSpPr>
        <p:spPr>
          <a:xfrm rot="5400000">
            <a:off x="8000686" y="3731444"/>
            <a:ext cx="321201" cy="1129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a gomito 28">
            <a:extLst>
              <a:ext uri="{FF2B5EF4-FFF2-40B4-BE49-F238E27FC236}">
                <a16:creationId xmlns:a16="http://schemas.microsoft.com/office/drawing/2014/main" id="{AC84DEBD-82E9-423A-BCF1-E9232E862047}"/>
              </a:ext>
            </a:extLst>
          </p:cNvPr>
          <p:cNvCxnSpPr>
            <a:cxnSpLocks/>
            <a:stCxn id="58" idx="2"/>
            <a:endCxn id="45" idx="0"/>
          </p:cNvCxnSpPr>
          <p:nvPr/>
        </p:nvCxnSpPr>
        <p:spPr>
          <a:xfrm rot="16200000" flipH="1">
            <a:off x="8792074" y="3052971"/>
            <a:ext cx="321200" cy="14698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a gomito 31">
            <a:extLst>
              <a:ext uri="{FF2B5EF4-FFF2-40B4-BE49-F238E27FC236}">
                <a16:creationId xmlns:a16="http://schemas.microsoft.com/office/drawing/2014/main" id="{86B7EA9D-4C54-4CC4-815E-5FDC962EEE8F}"/>
              </a:ext>
            </a:extLst>
          </p:cNvPr>
          <p:cNvCxnSpPr>
            <a:stCxn id="58" idx="2"/>
            <a:endCxn id="46" idx="0"/>
          </p:cNvCxnSpPr>
          <p:nvPr/>
        </p:nvCxnSpPr>
        <p:spPr>
          <a:xfrm rot="16200000" flipH="1">
            <a:off x="9586037" y="2259009"/>
            <a:ext cx="316738" cy="30533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7C1DA8DB-4B4E-44C2-8E86-F98C0FE13905}"/>
              </a:ext>
            </a:extLst>
          </p:cNvPr>
          <p:cNvCxnSpPr/>
          <p:nvPr/>
        </p:nvCxnSpPr>
        <p:spPr>
          <a:xfrm>
            <a:off x="5083728" y="4803747"/>
            <a:ext cx="0" cy="5316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diritto 46">
            <a:extLst>
              <a:ext uri="{FF2B5EF4-FFF2-40B4-BE49-F238E27FC236}">
                <a16:creationId xmlns:a16="http://schemas.microsoft.com/office/drawing/2014/main" id="{BFFBE432-0EAF-4CBA-AEBB-533B4E67C47F}"/>
              </a:ext>
            </a:extLst>
          </p:cNvPr>
          <p:cNvCxnSpPr/>
          <p:nvPr/>
        </p:nvCxnSpPr>
        <p:spPr>
          <a:xfrm flipH="1">
            <a:off x="3296873" y="5335398"/>
            <a:ext cx="17700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5C34D4C8-BA93-44E6-9223-2C07F0462C05}"/>
              </a:ext>
            </a:extLst>
          </p:cNvPr>
          <p:cNvCxnSpPr>
            <a:cxnSpLocks/>
            <a:endCxn id="208" idx="0"/>
          </p:cNvCxnSpPr>
          <p:nvPr/>
        </p:nvCxnSpPr>
        <p:spPr>
          <a:xfrm flipH="1">
            <a:off x="3288484" y="5335398"/>
            <a:ext cx="8388" cy="275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985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8A6EE3B9-FF7B-4CE6-82CC-C918752C2DDE}"/>
              </a:ext>
            </a:extLst>
          </p:cNvPr>
          <p:cNvSpPr/>
          <p:nvPr/>
        </p:nvSpPr>
        <p:spPr>
          <a:xfrm>
            <a:off x="9367357" y="1833166"/>
            <a:ext cx="1224794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HomePage.jsp</a:t>
            </a:r>
            <a:endParaRPr lang="it-IT" sz="1200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3C254A7-B2CF-4E0B-A8AD-F7ACC20E4B07}"/>
              </a:ext>
            </a:extLst>
          </p:cNvPr>
          <p:cNvSpPr/>
          <p:nvPr/>
        </p:nvSpPr>
        <p:spPr>
          <a:xfrm>
            <a:off x="9367357" y="2516260"/>
            <a:ext cx="1224794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LoginUser.jsp</a:t>
            </a:r>
            <a:endParaRPr lang="it-IT" sz="1200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994A30C-868C-4CAA-90F6-4F85DF46D2A5}"/>
              </a:ext>
            </a:extLst>
          </p:cNvPr>
          <p:cNvSpPr/>
          <p:nvPr/>
        </p:nvSpPr>
        <p:spPr>
          <a:xfrm>
            <a:off x="4709019" y="2820099"/>
            <a:ext cx="1565945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HomePageAdmin.jsp</a:t>
            </a:r>
            <a:endParaRPr lang="it-IT" sz="1200" dirty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51F0EC2-C0A4-4024-BFF0-8527965A28C8}"/>
              </a:ext>
            </a:extLst>
          </p:cNvPr>
          <p:cNvSpPr/>
          <p:nvPr/>
        </p:nvSpPr>
        <p:spPr>
          <a:xfrm>
            <a:off x="4879594" y="2097247"/>
            <a:ext cx="1224794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LoginAdmin.jsp</a:t>
            </a:r>
            <a:endParaRPr lang="it-IT" sz="1200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C52900E7-138C-4CA4-903F-1A81A9944755}"/>
              </a:ext>
            </a:extLst>
          </p:cNvPr>
          <p:cNvSpPr/>
          <p:nvPr/>
        </p:nvSpPr>
        <p:spPr>
          <a:xfrm>
            <a:off x="1992384" y="2643930"/>
            <a:ext cx="1891719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GestioneMatriciAdmin.jsp</a:t>
            </a:r>
            <a:endParaRPr lang="it-IT" sz="1200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B8158C3B-928F-4304-9346-5D82D2AD9E3C}"/>
              </a:ext>
            </a:extLst>
          </p:cNvPr>
          <p:cNvSpPr/>
          <p:nvPr/>
        </p:nvSpPr>
        <p:spPr>
          <a:xfrm>
            <a:off x="-96476" y="2643929"/>
            <a:ext cx="1891719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ModificaMatriceAdmin.jsp</a:t>
            </a:r>
            <a:endParaRPr lang="it-IT" sz="120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B4AD7B63-F751-4D8C-91F4-2FA5992EE6F7}"/>
              </a:ext>
            </a:extLst>
          </p:cNvPr>
          <p:cNvSpPr/>
          <p:nvPr/>
        </p:nvSpPr>
        <p:spPr>
          <a:xfrm>
            <a:off x="2436297" y="3877109"/>
            <a:ext cx="2025944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GestionePacchettiAdmin.jsp</a:t>
            </a:r>
            <a:endParaRPr lang="it-IT" sz="1200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43C6631-7DD9-4685-A20A-C518451AA1BA}"/>
              </a:ext>
            </a:extLst>
          </p:cNvPr>
          <p:cNvSpPr/>
          <p:nvPr/>
        </p:nvSpPr>
        <p:spPr>
          <a:xfrm>
            <a:off x="2437697" y="4581785"/>
            <a:ext cx="2024544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ModificaPacchettoAdmin.jsp</a:t>
            </a:r>
            <a:endParaRPr lang="it-IT" sz="1200" dirty="0"/>
          </a:p>
        </p:txBody>
      </p:sp>
      <p:cxnSp>
        <p:nvCxnSpPr>
          <p:cNvPr id="15" name="Connettore a gomito 14">
            <a:extLst>
              <a:ext uri="{FF2B5EF4-FFF2-40B4-BE49-F238E27FC236}">
                <a16:creationId xmlns:a16="http://schemas.microsoft.com/office/drawing/2014/main" id="{078CFC39-F821-4DD7-823E-65BC2E7FC360}"/>
              </a:ext>
            </a:extLst>
          </p:cNvPr>
          <p:cNvCxnSpPr>
            <a:stCxn id="8" idx="1"/>
            <a:endCxn id="10" idx="3"/>
          </p:cNvCxnSpPr>
          <p:nvPr/>
        </p:nvCxnSpPr>
        <p:spPr>
          <a:xfrm rot="10800000">
            <a:off x="3884103" y="2820100"/>
            <a:ext cx="824916" cy="1761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a gomito 18">
            <a:extLst>
              <a:ext uri="{FF2B5EF4-FFF2-40B4-BE49-F238E27FC236}">
                <a16:creationId xmlns:a16="http://schemas.microsoft.com/office/drawing/2014/main" id="{6814DEA2-B096-4745-84C1-F8131CDD9B3D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rot="10800000">
            <a:off x="1795244" y="2820099"/>
            <a:ext cx="197141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3DE9B54E-29C7-4A8B-88B9-96A430863DD0}"/>
              </a:ext>
            </a:extLst>
          </p:cNvPr>
          <p:cNvSpPr/>
          <p:nvPr/>
        </p:nvSpPr>
        <p:spPr>
          <a:xfrm>
            <a:off x="1992383" y="3249335"/>
            <a:ext cx="1891719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GestioneClientiAdmin.jsp</a:t>
            </a:r>
            <a:endParaRPr lang="it-IT" sz="1200" dirty="0"/>
          </a:p>
        </p:txBody>
      </p:sp>
      <p:cxnSp>
        <p:nvCxnSpPr>
          <p:cNvPr id="24" name="Connettore a gomito 23">
            <a:extLst>
              <a:ext uri="{FF2B5EF4-FFF2-40B4-BE49-F238E27FC236}">
                <a16:creationId xmlns:a16="http://schemas.microsoft.com/office/drawing/2014/main" id="{F28C57C0-4E69-4E62-AAED-EACE62C254BB}"/>
              </a:ext>
            </a:extLst>
          </p:cNvPr>
          <p:cNvCxnSpPr>
            <a:stCxn id="8" idx="1"/>
            <a:endCxn id="22" idx="3"/>
          </p:cNvCxnSpPr>
          <p:nvPr/>
        </p:nvCxnSpPr>
        <p:spPr>
          <a:xfrm rot="10800000" flipV="1">
            <a:off x="3884103" y="2996268"/>
            <a:ext cx="824917" cy="4292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C93F6CB2-515C-4CC2-8625-6F9E38418686}"/>
              </a:ext>
            </a:extLst>
          </p:cNvPr>
          <p:cNvSpPr/>
          <p:nvPr/>
        </p:nvSpPr>
        <p:spPr>
          <a:xfrm>
            <a:off x="213916" y="3854738"/>
            <a:ext cx="1891719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StoricoCliente.jsp</a:t>
            </a:r>
            <a:endParaRPr lang="it-IT" sz="1200" dirty="0"/>
          </a:p>
        </p:txBody>
      </p:sp>
      <p:cxnSp>
        <p:nvCxnSpPr>
          <p:cNvPr id="27" name="Connettore a gomito 26">
            <a:extLst>
              <a:ext uri="{FF2B5EF4-FFF2-40B4-BE49-F238E27FC236}">
                <a16:creationId xmlns:a16="http://schemas.microsoft.com/office/drawing/2014/main" id="{A31A7C3A-49BE-457E-AB7A-61AE704FFB7C}"/>
              </a:ext>
            </a:extLst>
          </p:cNvPr>
          <p:cNvCxnSpPr>
            <a:stCxn id="22" idx="2"/>
            <a:endCxn id="25" idx="0"/>
          </p:cNvCxnSpPr>
          <p:nvPr/>
        </p:nvCxnSpPr>
        <p:spPr>
          <a:xfrm rot="5400000">
            <a:off x="1922478" y="2838972"/>
            <a:ext cx="253065" cy="17784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tangolo 28">
            <a:extLst>
              <a:ext uri="{FF2B5EF4-FFF2-40B4-BE49-F238E27FC236}">
                <a16:creationId xmlns:a16="http://schemas.microsoft.com/office/drawing/2014/main" id="{9A815234-027D-4A67-9F90-23403635F5C8}"/>
              </a:ext>
            </a:extLst>
          </p:cNvPr>
          <p:cNvSpPr/>
          <p:nvPr/>
        </p:nvSpPr>
        <p:spPr>
          <a:xfrm>
            <a:off x="213915" y="4561688"/>
            <a:ext cx="1891719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DettagliPianoCliente.jsp</a:t>
            </a:r>
            <a:endParaRPr lang="it-IT" sz="1200" dirty="0"/>
          </a:p>
        </p:txBody>
      </p:sp>
      <p:cxnSp>
        <p:nvCxnSpPr>
          <p:cNvPr id="31" name="Connettore a gomito 30">
            <a:extLst>
              <a:ext uri="{FF2B5EF4-FFF2-40B4-BE49-F238E27FC236}">
                <a16:creationId xmlns:a16="http://schemas.microsoft.com/office/drawing/2014/main" id="{B728689A-9D5F-4D50-807D-B1046A9A582C}"/>
              </a:ext>
            </a:extLst>
          </p:cNvPr>
          <p:cNvCxnSpPr>
            <a:stCxn id="25" idx="2"/>
            <a:endCxn id="29" idx="0"/>
          </p:cNvCxnSpPr>
          <p:nvPr/>
        </p:nvCxnSpPr>
        <p:spPr>
          <a:xfrm rot="5400000">
            <a:off x="982470" y="4384382"/>
            <a:ext cx="354612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a gomito 32">
            <a:extLst>
              <a:ext uri="{FF2B5EF4-FFF2-40B4-BE49-F238E27FC236}">
                <a16:creationId xmlns:a16="http://schemas.microsoft.com/office/drawing/2014/main" id="{B173BD0C-2938-4557-99F6-135381A21DE3}"/>
              </a:ext>
            </a:extLst>
          </p:cNvPr>
          <p:cNvCxnSpPr>
            <a:stCxn id="9" idx="2"/>
            <a:endCxn id="8" idx="0"/>
          </p:cNvCxnSpPr>
          <p:nvPr/>
        </p:nvCxnSpPr>
        <p:spPr>
          <a:xfrm rot="16200000" flipH="1">
            <a:off x="5306734" y="2634841"/>
            <a:ext cx="370514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C7AD96D9-4F06-43E8-856C-4DA10842C78A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9979754" y="2185504"/>
            <a:ext cx="0" cy="330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ttangolo 40">
            <a:extLst>
              <a:ext uri="{FF2B5EF4-FFF2-40B4-BE49-F238E27FC236}">
                <a16:creationId xmlns:a16="http://schemas.microsoft.com/office/drawing/2014/main" id="{26DB8B69-6FE1-482E-89D2-0D149A734E19}"/>
              </a:ext>
            </a:extLst>
          </p:cNvPr>
          <p:cNvSpPr/>
          <p:nvPr/>
        </p:nvSpPr>
        <p:spPr>
          <a:xfrm>
            <a:off x="8966782" y="3393523"/>
            <a:ext cx="2025944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SelezionaMatriceCliente.jsp</a:t>
            </a:r>
            <a:endParaRPr lang="it-IT" sz="1200" dirty="0"/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F8C61C08-6698-4C5D-ABCF-8854204BD043}"/>
              </a:ext>
            </a:extLst>
          </p:cNvPr>
          <p:cNvSpPr/>
          <p:nvPr/>
        </p:nvSpPr>
        <p:spPr>
          <a:xfrm>
            <a:off x="8789566" y="4019198"/>
            <a:ext cx="2380375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SelezionaTipoPacchettoCliente.jsp</a:t>
            </a:r>
            <a:endParaRPr lang="it-IT" sz="1200" dirty="0"/>
          </a:p>
        </p:txBody>
      </p: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6FA26AE3-35F9-4BAB-BFDD-93A6F05FD5AE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9979754" y="3745861"/>
            <a:ext cx="0" cy="273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ttangolo 49">
            <a:extLst>
              <a:ext uri="{FF2B5EF4-FFF2-40B4-BE49-F238E27FC236}">
                <a16:creationId xmlns:a16="http://schemas.microsoft.com/office/drawing/2014/main" id="{86544CB2-F08E-49FB-9E9D-E057662A8D6A}"/>
              </a:ext>
            </a:extLst>
          </p:cNvPr>
          <p:cNvSpPr/>
          <p:nvPr/>
        </p:nvSpPr>
        <p:spPr>
          <a:xfrm>
            <a:off x="9676003" y="4802873"/>
            <a:ext cx="2288096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SelezionaPacchettoStandard.jsp</a:t>
            </a:r>
            <a:endParaRPr lang="it-IT" sz="1200" dirty="0"/>
          </a:p>
        </p:txBody>
      </p:sp>
      <p:cxnSp>
        <p:nvCxnSpPr>
          <p:cNvPr id="52" name="Connettore a gomito 51">
            <a:extLst>
              <a:ext uri="{FF2B5EF4-FFF2-40B4-BE49-F238E27FC236}">
                <a16:creationId xmlns:a16="http://schemas.microsoft.com/office/drawing/2014/main" id="{0704F460-D15B-4436-B775-279BA77523C9}"/>
              </a:ext>
            </a:extLst>
          </p:cNvPr>
          <p:cNvCxnSpPr>
            <a:cxnSpLocks/>
            <a:stCxn id="42" idx="2"/>
            <a:endCxn id="50" idx="0"/>
          </p:cNvCxnSpPr>
          <p:nvPr/>
        </p:nvCxnSpPr>
        <p:spPr>
          <a:xfrm rot="16200000" flipH="1">
            <a:off x="10184234" y="4167055"/>
            <a:ext cx="431337" cy="8402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ttangolo 52">
            <a:extLst>
              <a:ext uri="{FF2B5EF4-FFF2-40B4-BE49-F238E27FC236}">
                <a16:creationId xmlns:a16="http://schemas.microsoft.com/office/drawing/2014/main" id="{E8ECEC2D-2108-4E97-852E-FB9632D91D20}"/>
              </a:ext>
            </a:extLst>
          </p:cNvPr>
          <p:cNvSpPr/>
          <p:nvPr/>
        </p:nvSpPr>
        <p:spPr>
          <a:xfrm>
            <a:off x="7261718" y="4802872"/>
            <a:ext cx="2288096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SelezionaPacchettoAnalitico.jsp</a:t>
            </a:r>
            <a:endParaRPr lang="it-IT" sz="1200" dirty="0"/>
          </a:p>
        </p:txBody>
      </p:sp>
      <p:cxnSp>
        <p:nvCxnSpPr>
          <p:cNvPr id="55" name="Connettore a gomito 54">
            <a:extLst>
              <a:ext uri="{FF2B5EF4-FFF2-40B4-BE49-F238E27FC236}">
                <a16:creationId xmlns:a16="http://schemas.microsoft.com/office/drawing/2014/main" id="{218FCB43-3520-4BD5-8CE8-1F0692216597}"/>
              </a:ext>
            </a:extLst>
          </p:cNvPr>
          <p:cNvCxnSpPr>
            <a:cxnSpLocks/>
            <a:stCxn id="42" idx="2"/>
            <a:endCxn id="53" idx="0"/>
          </p:cNvCxnSpPr>
          <p:nvPr/>
        </p:nvCxnSpPr>
        <p:spPr>
          <a:xfrm rot="5400000">
            <a:off x="8977092" y="3800210"/>
            <a:ext cx="431336" cy="15739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ttore a gomito 66">
            <a:extLst>
              <a:ext uri="{FF2B5EF4-FFF2-40B4-BE49-F238E27FC236}">
                <a16:creationId xmlns:a16="http://schemas.microsoft.com/office/drawing/2014/main" id="{5122D408-4E53-45EA-ACB0-F7C72A297DD2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rot="5400000">
            <a:off x="4118295" y="2503412"/>
            <a:ext cx="704672" cy="2042723"/>
          </a:xfrm>
          <a:prstGeom prst="bentConnector3">
            <a:avLst>
              <a:gd name="adj1" fmla="val 773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AF12C331-48C1-4E6C-B572-A52D6155D978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3449269" y="4229447"/>
            <a:ext cx="700" cy="352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ttangolo 71">
            <a:extLst>
              <a:ext uri="{FF2B5EF4-FFF2-40B4-BE49-F238E27FC236}">
                <a16:creationId xmlns:a16="http://schemas.microsoft.com/office/drawing/2014/main" id="{17F9AA9A-1361-4A40-84B6-848CF3FFBA92}"/>
              </a:ext>
            </a:extLst>
          </p:cNvPr>
          <p:cNvSpPr/>
          <p:nvPr/>
        </p:nvSpPr>
        <p:spPr>
          <a:xfrm>
            <a:off x="4879594" y="4802872"/>
            <a:ext cx="2288096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CreaPacchetto.jsp</a:t>
            </a:r>
            <a:endParaRPr lang="it-IT" sz="1200" dirty="0"/>
          </a:p>
        </p:txBody>
      </p:sp>
      <p:cxnSp>
        <p:nvCxnSpPr>
          <p:cNvPr id="74" name="Connettore a gomito 73">
            <a:extLst>
              <a:ext uri="{FF2B5EF4-FFF2-40B4-BE49-F238E27FC236}">
                <a16:creationId xmlns:a16="http://schemas.microsoft.com/office/drawing/2014/main" id="{764E78DB-B1BB-4E60-8E7C-168B79DD7FE6}"/>
              </a:ext>
            </a:extLst>
          </p:cNvPr>
          <p:cNvCxnSpPr>
            <a:cxnSpLocks/>
            <a:stCxn id="12" idx="3"/>
            <a:endCxn id="72" idx="0"/>
          </p:cNvCxnSpPr>
          <p:nvPr/>
        </p:nvCxnSpPr>
        <p:spPr>
          <a:xfrm>
            <a:off x="4462241" y="4053278"/>
            <a:ext cx="1561401" cy="7495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ttore a gomito 79">
            <a:extLst>
              <a:ext uri="{FF2B5EF4-FFF2-40B4-BE49-F238E27FC236}">
                <a16:creationId xmlns:a16="http://schemas.microsoft.com/office/drawing/2014/main" id="{52BFAFB0-6B1C-410F-8A19-C5DEE480EC15}"/>
              </a:ext>
            </a:extLst>
          </p:cNvPr>
          <p:cNvCxnSpPr>
            <a:cxnSpLocks/>
            <a:stCxn id="42" idx="2"/>
            <a:endCxn id="72" idx="0"/>
          </p:cNvCxnSpPr>
          <p:nvPr/>
        </p:nvCxnSpPr>
        <p:spPr>
          <a:xfrm rot="5400000">
            <a:off x="7786030" y="2609148"/>
            <a:ext cx="431336" cy="39561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ttangolo 84">
            <a:extLst>
              <a:ext uri="{FF2B5EF4-FFF2-40B4-BE49-F238E27FC236}">
                <a16:creationId xmlns:a16="http://schemas.microsoft.com/office/drawing/2014/main" id="{8D3C61B6-EF32-4B8D-925B-4B322ADCAAC9}"/>
              </a:ext>
            </a:extLst>
          </p:cNvPr>
          <p:cNvSpPr/>
          <p:nvPr/>
        </p:nvSpPr>
        <p:spPr>
          <a:xfrm>
            <a:off x="4879594" y="5499329"/>
            <a:ext cx="2288096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ComponiPacchettoCliente.jsp</a:t>
            </a:r>
            <a:endParaRPr lang="it-IT" sz="1200" dirty="0"/>
          </a:p>
        </p:txBody>
      </p:sp>
      <p:cxnSp>
        <p:nvCxnSpPr>
          <p:cNvPr id="87" name="Connettore 2 86">
            <a:extLst>
              <a:ext uri="{FF2B5EF4-FFF2-40B4-BE49-F238E27FC236}">
                <a16:creationId xmlns:a16="http://schemas.microsoft.com/office/drawing/2014/main" id="{527E9593-F443-4768-BD14-0F961BD995A9}"/>
              </a:ext>
            </a:extLst>
          </p:cNvPr>
          <p:cNvCxnSpPr>
            <a:stCxn id="72" idx="2"/>
            <a:endCxn id="85" idx="0"/>
          </p:cNvCxnSpPr>
          <p:nvPr/>
        </p:nvCxnSpPr>
        <p:spPr>
          <a:xfrm>
            <a:off x="6023642" y="5155210"/>
            <a:ext cx="0" cy="344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ttangolo 88">
            <a:extLst>
              <a:ext uri="{FF2B5EF4-FFF2-40B4-BE49-F238E27FC236}">
                <a16:creationId xmlns:a16="http://schemas.microsoft.com/office/drawing/2014/main" id="{9B3C22BB-A33F-4C28-A25D-99F720D70B52}"/>
              </a:ext>
            </a:extLst>
          </p:cNvPr>
          <p:cNvSpPr/>
          <p:nvPr/>
        </p:nvSpPr>
        <p:spPr>
          <a:xfrm>
            <a:off x="8042598" y="5490073"/>
            <a:ext cx="2288096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CompilaModuloCliente.jsp</a:t>
            </a:r>
            <a:endParaRPr lang="it-IT" sz="1200" dirty="0"/>
          </a:p>
        </p:txBody>
      </p:sp>
      <p:cxnSp>
        <p:nvCxnSpPr>
          <p:cNvPr id="93" name="Connettore 2 92">
            <a:extLst>
              <a:ext uri="{FF2B5EF4-FFF2-40B4-BE49-F238E27FC236}">
                <a16:creationId xmlns:a16="http://schemas.microsoft.com/office/drawing/2014/main" id="{0233DD98-188D-4E93-82DF-3872F20AD966}"/>
              </a:ext>
            </a:extLst>
          </p:cNvPr>
          <p:cNvCxnSpPr>
            <a:cxnSpLocks/>
            <a:endCxn id="89" idx="1"/>
          </p:cNvCxnSpPr>
          <p:nvPr/>
        </p:nvCxnSpPr>
        <p:spPr>
          <a:xfrm flipV="1">
            <a:off x="7167690" y="5666242"/>
            <a:ext cx="874908" cy="4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ttangolo 93">
            <a:extLst>
              <a:ext uri="{FF2B5EF4-FFF2-40B4-BE49-F238E27FC236}">
                <a16:creationId xmlns:a16="http://schemas.microsoft.com/office/drawing/2014/main" id="{96EE2051-FDF0-42A2-9DB1-F69CDF0AC93C}"/>
              </a:ext>
            </a:extLst>
          </p:cNvPr>
          <p:cNvSpPr/>
          <p:nvPr/>
        </p:nvSpPr>
        <p:spPr>
          <a:xfrm>
            <a:off x="6558440" y="2786019"/>
            <a:ext cx="2025944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AreaPersonaleCliente.jsp</a:t>
            </a:r>
            <a:endParaRPr lang="it-IT" sz="1200" dirty="0"/>
          </a:p>
        </p:txBody>
      </p:sp>
      <p:sp>
        <p:nvSpPr>
          <p:cNvPr id="102" name="Rettangolo 101">
            <a:extLst>
              <a:ext uri="{FF2B5EF4-FFF2-40B4-BE49-F238E27FC236}">
                <a16:creationId xmlns:a16="http://schemas.microsoft.com/office/drawing/2014/main" id="{93121810-22C2-4182-A465-09E2006BB859}"/>
              </a:ext>
            </a:extLst>
          </p:cNvPr>
          <p:cNvSpPr/>
          <p:nvPr/>
        </p:nvSpPr>
        <p:spPr>
          <a:xfrm>
            <a:off x="7358891" y="1600589"/>
            <a:ext cx="1607891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RecupeaPassword.jsp</a:t>
            </a:r>
            <a:endParaRPr lang="it-IT" sz="1200" dirty="0"/>
          </a:p>
        </p:txBody>
      </p:sp>
      <p:cxnSp>
        <p:nvCxnSpPr>
          <p:cNvPr id="114" name="Connettore 2 113">
            <a:extLst>
              <a:ext uri="{FF2B5EF4-FFF2-40B4-BE49-F238E27FC236}">
                <a16:creationId xmlns:a16="http://schemas.microsoft.com/office/drawing/2014/main" id="{682762E7-1E92-4EED-8D8E-D7608C80AB06}"/>
              </a:ext>
            </a:extLst>
          </p:cNvPr>
          <p:cNvCxnSpPr>
            <a:stCxn id="7" idx="2"/>
            <a:endCxn id="41" idx="0"/>
          </p:cNvCxnSpPr>
          <p:nvPr/>
        </p:nvCxnSpPr>
        <p:spPr>
          <a:xfrm>
            <a:off x="9979754" y="2868598"/>
            <a:ext cx="0" cy="524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ttore a gomito 115">
            <a:extLst>
              <a:ext uri="{FF2B5EF4-FFF2-40B4-BE49-F238E27FC236}">
                <a16:creationId xmlns:a16="http://schemas.microsoft.com/office/drawing/2014/main" id="{31AA36A3-181A-4984-9FFA-641C2BBA34B3}"/>
              </a:ext>
            </a:extLst>
          </p:cNvPr>
          <p:cNvCxnSpPr>
            <a:stCxn id="7" idx="1"/>
            <a:endCxn id="94" idx="3"/>
          </p:cNvCxnSpPr>
          <p:nvPr/>
        </p:nvCxnSpPr>
        <p:spPr>
          <a:xfrm rot="10800000" flipV="1">
            <a:off x="8584385" y="2692428"/>
            <a:ext cx="782973" cy="2697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A3906FE7-CF66-4241-9AF1-8EB9E71C9A06}"/>
              </a:ext>
            </a:extLst>
          </p:cNvPr>
          <p:cNvCxnSpPr>
            <a:stCxn id="7" idx="1"/>
            <a:endCxn id="102" idx="3"/>
          </p:cNvCxnSpPr>
          <p:nvPr/>
        </p:nvCxnSpPr>
        <p:spPr>
          <a:xfrm rot="10800000">
            <a:off x="8966783" y="1776759"/>
            <a:ext cx="400575" cy="9156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ttangolo 119">
            <a:extLst>
              <a:ext uri="{FF2B5EF4-FFF2-40B4-BE49-F238E27FC236}">
                <a16:creationId xmlns:a16="http://schemas.microsoft.com/office/drawing/2014/main" id="{E0D67243-180D-4CFF-BE50-1CB6C519809A}"/>
              </a:ext>
            </a:extLst>
          </p:cNvPr>
          <p:cNvSpPr/>
          <p:nvPr/>
        </p:nvSpPr>
        <p:spPr>
          <a:xfrm>
            <a:off x="7358891" y="106737"/>
            <a:ext cx="1607891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RegistrazioneUser.jsp</a:t>
            </a:r>
            <a:endParaRPr lang="it-IT" sz="1200" dirty="0"/>
          </a:p>
        </p:txBody>
      </p:sp>
      <p:sp>
        <p:nvSpPr>
          <p:cNvPr id="121" name="Rettangolo 120">
            <a:extLst>
              <a:ext uri="{FF2B5EF4-FFF2-40B4-BE49-F238E27FC236}">
                <a16:creationId xmlns:a16="http://schemas.microsoft.com/office/drawing/2014/main" id="{3937F2F2-04F1-431B-A2EF-DD029FC5E072}"/>
              </a:ext>
            </a:extLst>
          </p:cNvPr>
          <p:cNvSpPr/>
          <p:nvPr/>
        </p:nvSpPr>
        <p:spPr>
          <a:xfrm>
            <a:off x="7209304" y="890191"/>
            <a:ext cx="1907066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VerificaCodiceSicurezza.jsp</a:t>
            </a:r>
            <a:endParaRPr lang="it-IT" sz="1200" dirty="0"/>
          </a:p>
        </p:txBody>
      </p: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C5852662-4291-44CC-A180-46C2B7F8E86C}"/>
              </a:ext>
            </a:extLst>
          </p:cNvPr>
          <p:cNvCxnSpPr>
            <a:stCxn id="4" idx="0"/>
            <a:endCxn id="120" idx="3"/>
          </p:cNvCxnSpPr>
          <p:nvPr/>
        </p:nvCxnSpPr>
        <p:spPr>
          <a:xfrm rot="16200000" flipV="1">
            <a:off x="8698138" y="551550"/>
            <a:ext cx="1550260" cy="10129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ttore 2 129">
            <a:extLst>
              <a:ext uri="{FF2B5EF4-FFF2-40B4-BE49-F238E27FC236}">
                <a16:creationId xmlns:a16="http://schemas.microsoft.com/office/drawing/2014/main" id="{12B51811-007C-47BF-BCBE-165783B54AAF}"/>
              </a:ext>
            </a:extLst>
          </p:cNvPr>
          <p:cNvCxnSpPr>
            <a:cxnSpLocks/>
            <a:stCxn id="120" idx="2"/>
            <a:endCxn id="121" idx="0"/>
          </p:cNvCxnSpPr>
          <p:nvPr/>
        </p:nvCxnSpPr>
        <p:spPr>
          <a:xfrm>
            <a:off x="8162837" y="459075"/>
            <a:ext cx="0" cy="431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ttore 2 131">
            <a:extLst>
              <a:ext uri="{FF2B5EF4-FFF2-40B4-BE49-F238E27FC236}">
                <a16:creationId xmlns:a16="http://schemas.microsoft.com/office/drawing/2014/main" id="{2BAADEAE-E699-42F3-916C-0F2BE351AA8A}"/>
              </a:ext>
            </a:extLst>
          </p:cNvPr>
          <p:cNvCxnSpPr>
            <a:cxnSpLocks/>
            <a:stCxn id="102" idx="0"/>
            <a:endCxn id="121" idx="2"/>
          </p:cNvCxnSpPr>
          <p:nvPr/>
        </p:nvCxnSpPr>
        <p:spPr>
          <a:xfrm flipV="1">
            <a:off x="8162837" y="1242529"/>
            <a:ext cx="0" cy="358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ttangolo 136">
            <a:extLst>
              <a:ext uri="{FF2B5EF4-FFF2-40B4-BE49-F238E27FC236}">
                <a16:creationId xmlns:a16="http://schemas.microsoft.com/office/drawing/2014/main" id="{2CA64D76-CFCD-44A7-8540-E3F20E760D55}"/>
              </a:ext>
            </a:extLst>
          </p:cNvPr>
          <p:cNvSpPr/>
          <p:nvPr/>
        </p:nvSpPr>
        <p:spPr>
          <a:xfrm>
            <a:off x="5049852" y="873151"/>
            <a:ext cx="1907066" cy="35233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ModificaPasswordUser.jsp</a:t>
            </a:r>
            <a:endParaRPr lang="it-IT" sz="1200" dirty="0"/>
          </a:p>
        </p:txBody>
      </p:sp>
      <p:cxnSp>
        <p:nvCxnSpPr>
          <p:cNvPr id="140" name="Connettore 2 139">
            <a:extLst>
              <a:ext uri="{FF2B5EF4-FFF2-40B4-BE49-F238E27FC236}">
                <a16:creationId xmlns:a16="http://schemas.microsoft.com/office/drawing/2014/main" id="{396054CA-7D0B-4A76-A95C-E29F2D62BBA2}"/>
              </a:ext>
            </a:extLst>
          </p:cNvPr>
          <p:cNvCxnSpPr>
            <a:cxnSpLocks/>
            <a:stCxn id="121" idx="1"/>
            <a:endCxn id="137" idx="3"/>
          </p:cNvCxnSpPr>
          <p:nvPr/>
        </p:nvCxnSpPr>
        <p:spPr>
          <a:xfrm flipH="1" flipV="1">
            <a:off x="6956918" y="1049320"/>
            <a:ext cx="252386" cy="17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ttore a gomito 146">
            <a:extLst>
              <a:ext uri="{FF2B5EF4-FFF2-40B4-BE49-F238E27FC236}">
                <a16:creationId xmlns:a16="http://schemas.microsoft.com/office/drawing/2014/main" id="{3E13FB96-A6F4-41E5-9EB1-E09017C2CC5B}"/>
              </a:ext>
            </a:extLst>
          </p:cNvPr>
          <p:cNvCxnSpPr>
            <a:stCxn id="102" idx="1"/>
            <a:endCxn id="137" idx="2"/>
          </p:cNvCxnSpPr>
          <p:nvPr/>
        </p:nvCxnSpPr>
        <p:spPr>
          <a:xfrm rot="10800000">
            <a:off x="6003385" y="1225490"/>
            <a:ext cx="1355506" cy="5512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ttore a gomito 162">
            <a:extLst>
              <a:ext uri="{FF2B5EF4-FFF2-40B4-BE49-F238E27FC236}">
                <a16:creationId xmlns:a16="http://schemas.microsoft.com/office/drawing/2014/main" id="{92CDF3CC-533A-4BF6-B084-A9E0AB2702F6}"/>
              </a:ext>
            </a:extLst>
          </p:cNvPr>
          <p:cNvCxnSpPr>
            <a:stCxn id="53" idx="2"/>
            <a:endCxn id="89" idx="0"/>
          </p:cNvCxnSpPr>
          <p:nvPr/>
        </p:nvCxnSpPr>
        <p:spPr>
          <a:xfrm rot="16200000" flipH="1">
            <a:off x="8628775" y="4932201"/>
            <a:ext cx="334863" cy="7808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ttore a gomito 166">
            <a:extLst>
              <a:ext uri="{FF2B5EF4-FFF2-40B4-BE49-F238E27FC236}">
                <a16:creationId xmlns:a16="http://schemas.microsoft.com/office/drawing/2014/main" id="{879EFD35-8A08-4D1E-9FD4-319ED889931E}"/>
              </a:ext>
            </a:extLst>
          </p:cNvPr>
          <p:cNvCxnSpPr>
            <a:stCxn id="50" idx="2"/>
            <a:endCxn id="89" idx="0"/>
          </p:cNvCxnSpPr>
          <p:nvPr/>
        </p:nvCxnSpPr>
        <p:spPr>
          <a:xfrm rot="5400000">
            <a:off x="9835918" y="4505940"/>
            <a:ext cx="334862" cy="16334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7521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299</Words>
  <Application>Microsoft Office PowerPoint</Application>
  <PresentationFormat>Widescreen</PresentationFormat>
  <Paragraphs>103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MATTIA PREZIUSO</dc:creator>
  <cp:lastModifiedBy>MATTIA PREZIUSO</cp:lastModifiedBy>
  <cp:revision>30</cp:revision>
  <dcterms:created xsi:type="dcterms:W3CDTF">2021-01-30T11:07:35Z</dcterms:created>
  <dcterms:modified xsi:type="dcterms:W3CDTF">2021-02-22T09:27:23Z</dcterms:modified>
</cp:coreProperties>
</file>